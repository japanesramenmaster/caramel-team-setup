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7" r:id="rId3"/>
    <p:sldId id="258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62B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38"/>
    <p:restoredTop sz="94694"/>
  </p:normalViewPr>
  <p:slideViewPr>
    <p:cSldViewPr snapToGrid="0">
      <p:cViewPr>
        <p:scale>
          <a:sx n="77" d="100"/>
          <a:sy n="77" d="100"/>
        </p:scale>
        <p:origin x="232" y="2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0105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4651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319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877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685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028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100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77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836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280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8589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B5DA1-A14E-4995-B470-2E1CDB20C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8FF752-EC6B-E3D7-EB87-0B1470488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A5178-3F90-D388-5B41-2AF82F24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E4FE4D-FFC4-519B-F4C6-B241DAD6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20352E-D7A9-6A59-B2E9-AAD3493D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0612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50494-A220-883F-BD34-6AD34AF4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E8DFA-4DAF-D3FB-063D-AF8EA3B65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5A242-41A9-8D7B-0076-0C28FFD0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369DF-6507-3EE4-EE54-E996FD4D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AB405-CC6A-F09E-4A27-7C25F8772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9963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EB641-5E1F-BAC1-38B6-A6495D99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FCA893-4079-8573-634F-2262CA6A8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38EE-0FC8-12BF-14D0-B4B48128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BAF98B-5486-7649-2E72-330447DE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5C47B7-7FD2-22D3-540B-AF601F03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1752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514BD-87F3-8ECE-D3E1-E17AC448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97401-EC02-5B3E-66B6-89613B382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543F-1877-752C-D973-F7E939B06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FB7AA-55F4-432F-2759-F0B69805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2DC59D-046A-387B-B7F5-511F676C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284230-6C37-A665-AF13-E16C90A2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5804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82412-7344-9670-8A56-E7EB3272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66DAF0-8BEE-FEEA-450C-55A7013D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27569C-B273-C23E-12AA-18633A4CF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6ECBE7-1830-287A-E7CC-8CF4EDD6B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5783A2-99F5-8DF2-75C5-569799C62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7A6F61-6EBE-AF84-39E6-1A78F35B4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E3D19B-DE76-2405-719B-75BE63BF7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7ABF0F-42BF-7EFE-C1B2-C0412A0D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0142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F3BD2-C07E-78B4-9C15-4771FFA0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C2288EB-C909-A528-287B-8667D554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8DFB11-6D73-6ADD-DE13-3D2DFC3E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7F12C6-EFEF-3985-96F1-EAE962AC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81334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26DA63-BA28-89CA-1C9F-1BB98EC69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AA2300-ACC0-004C-942C-645DF3AD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BA450-124E-F81C-7182-53F8FF81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6714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8223F-C000-40B5-27F7-221241C9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205F07-2101-B92D-C5A0-2AEEF9796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7BE3B6-E963-F370-05CF-D0FED31CD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23E978-E4A5-2F29-EE8A-02AF3344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614A18-BCDB-ED06-E196-20EF3A31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A0AD72-66F7-F40D-372B-3033B1CB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10597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C5503-A781-9974-7371-1AA6A14D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153112-4095-E042-7EE0-C88DC86C1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5CE8D7-D947-BCA6-2F43-D78916A12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8D2DCD-4BDC-1FD3-9ACC-559D9FF1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E0D8AA-E8CE-693E-995E-506E4D7F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9D01BF-2856-C8CE-48C4-CA0E7706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54279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D5F54-3DA3-281D-F40B-1478BAEE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9A59CA-2A72-7E52-7F2C-73A5AB85E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258C0-7968-A140-24E4-8B9402C7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CAB1DC-979E-9BC6-2EBE-1A3018F2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32BAE-800C-1CC2-B00E-AEC546FE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909750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B9507D-4361-40EB-D56D-6B116CC71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653113-9DA3-394C-4F86-2B3441FD7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CC978-9794-6C39-536E-D3BD5FE85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AE6B3-27CE-9EAE-8990-05E64E542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E1F252-67ED-546B-2D78-7EDC73F7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680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F5F7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FBFBC-94B7-0B49-BD26-0463ABD6F645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1B352-03D9-3E40-935C-AA9A4E0DEDE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406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tx1"/>
            </a:gs>
            <a:gs pos="100000">
              <a:srgbClr val="2426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5BC6D9-9BD6-B473-3547-8C35F0797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6B67D9-1683-B1A9-51CB-FFFA3A1D5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27B1D-E60D-0A73-937B-93915D2B2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16F30-CC83-4F4E-ADB4-0DC17D0FDBA4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0D101D-1048-B829-5031-D9C1FB1ED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78F022-DC99-4B77-62F5-73F1C2187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133B9-80D5-0B44-BAAA-F10B879C80E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165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BB06DF9-7700-0B1A-B2DD-8B10555F6603}"/>
              </a:ext>
            </a:extLst>
          </p:cNvPr>
          <p:cNvSpPr/>
          <p:nvPr/>
        </p:nvSpPr>
        <p:spPr>
          <a:xfrm>
            <a:off x="457200" y="2895600"/>
            <a:ext cx="4900613" cy="12914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ts val="5187"/>
              </a:lnSpc>
              <a:buNone/>
            </a:pPr>
            <a:r>
              <a:rPr lang="en-US" sz="4000" b="1" i="0" kern="0" spc="-80" dirty="0">
                <a:solidFill>
                  <a:srgbClr val="FFFFFF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슬라이드</a:t>
            </a:r>
            <a:endParaRPr lang="en-US" sz="40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0" indent="0" algn="l">
              <a:lnSpc>
                <a:spcPts val="5187"/>
              </a:lnSpc>
              <a:buNone/>
            </a:pPr>
            <a:r>
              <a:rPr lang="en-US" sz="4000" b="1" i="0" kern="0" spc="-80" dirty="0">
                <a:solidFill>
                  <a:srgbClr val="FFFFFF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제목을 작성합니다</a:t>
            </a:r>
            <a:endParaRPr lang="en-US" sz="40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92407CA-3985-EAA6-6909-72CF7BBD6EB2}"/>
              </a:ext>
            </a:extLst>
          </p:cNvPr>
          <p:cNvSpPr/>
          <p:nvPr/>
        </p:nvSpPr>
        <p:spPr>
          <a:xfrm>
            <a:off x="457200" y="4476750"/>
            <a:ext cx="4900613" cy="24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600" kern="0" spc="-28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소제목이 있다면 </a:t>
            </a:r>
            <a:r>
              <a:rPr lang="en-US" sz="1600" kern="0" spc="-28" dirty="0" err="1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여기에</a:t>
            </a:r>
            <a:r>
              <a:rPr lang="en-US" sz="1600" kern="0" spc="-28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kern="0" spc="-28" dirty="0" err="1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작성합니다</a:t>
            </a:r>
            <a:r>
              <a:rPr lang="en-US" sz="1600" kern="0" spc="-28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6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933257F-D427-DC3D-8885-3949A68610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400050"/>
            <a:ext cx="757238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7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1EED8C4-D511-C8B7-93C5-BDBD6BB82598}"/>
              </a:ext>
            </a:extLst>
          </p:cNvPr>
          <p:cNvSpPr/>
          <p:nvPr/>
        </p:nvSpPr>
        <p:spPr>
          <a:xfrm>
            <a:off x="2200275" y="1657350"/>
            <a:ext cx="4895850" cy="1985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112CADD-C294-CA65-6D12-F1BE46E2324C}"/>
              </a:ext>
            </a:extLst>
          </p:cNvPr>
          <p:cNvGrpSpPr/>
          <p:nvPr/>
        </p:nvGrpSpPr>
        <p:grpSpPr>
          <a:xfrm>
            <a:off x="2200275" y="1759378"/>
            <a:ext cx="4895850" cy="1883935"/>
            <a:chOff x="2200275" y="1759378"/>
            <a:chExt cx="4895850" cy="1883935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654FA695-1A5A-C155-4731-6F433DE75489}"/>
                </a:ext>
              </a:extLst>
            </p:cNvPr>
            <p:cNvSpPr/>
            <p:nvPr/>
          </p:nvSpPr>
          <p:spPr>
            <a:xfrm>
              <a:off x="2200275" y="1759378"/>
              <a:ext cx="4895850" cy="12886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>
              <a:spAutoFit/>
            </a:bodyPr>
            <a:lstStyle/>
            <a:p>
              <a:pPr marL="0" indent="0" algn="ctr">
                <a:lnSpc>
                  <a:spcPts val="5187"/>
                </a:lnSpc>
                <a:buNone/>
              </a:pPr>
              <a:r>
                <a:rPr lang="en-US" sz="3990" b="1" kern="0" spc="-80" dirty="0">
                  <a:solidFill>
                    <a:srgbClr val="FFFFFF">
                      <a:alpha val="99000"/>
                    </a:srgbClr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강조하려는 텍스트를</a:t>
              </a:r>
              <a:endParaRPr lang="en-US" sz="3990" dirty="0"/>
            </a:p>
            <a:p>
              <a:pPr marL="0" indent="0" algn="ctr">
                <a:lnSpc>
                  <a:spcPts val="5187"/>
                </a:lnSpc>
                <a:buNone/>
              </a:pPr>
              <a:r>
                <a:rPr lang="en-US" sz="3990" b="1" kern="0" spc="-80" dirty="0">
                  <a:solidFill>
                    <a:srgbClr val="FFFFFF">
                      <a:alpha val="99000"/>
                    </a:srgbClr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중앙에 배치합니다</a:t>
              </a:r>
              <a:endParaRPr lang="en-US" sz="3990" dirty="0"/>
            </a:p>
          </p:txBody>
        </p:sp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CF2D61B0-4312-EB82-4023-7E21F77EB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3862387" y="3238500"/>
              <a:ext cx="1571625" cy="9525"/>
            </a:xfrm>
            <a:prstGeom prst="rect">
              <a:avLst/>
            </a:prstGeom>
          </p:spPr>
        </p:pic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79DC121B-3B49-F2F7-5037-2D18A2191250}"/>
                </a:ext>
              </a:extLst>
            </p:cNvPr>
            <p:cNvSpPr/>
            <p:nvPr/>
          </p:nvSpPr>
          <p:spPr>
            <a:xfrm>
              <a:off x="2200275" y="3429000"/>
              <a:ext cx="4895850" cy="21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96"/>
                </a:lnSpc>
                <a:buNone/>
              </a:pPr>
              <a:r>
                <a:rPr lang="en-US" sz="1140" kern="0" spc="-23" dirty="0">
                  <a:solidFill>
                    <a:srgbClr val="A6ABB3">
                      <a:alpha val="99000"/>
                    </a:srgbClr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부연 설명이 필요하다면 작성합니다</a:t>
              </a:r>
              <a:endParaRPr lang="en-US" sz="1140" dirty="0"/>
            </a:p>
          </p:txBody>
        </p:sp>
      </p:grpSp>
      <p:sp>
        <p:nvSpPr>
          <p:cNvPr id="8" name="바닥글 개체 틀 3">
            <a:extLst>
              <a:ext uri="{FF2B5EF4-FFF2-40B4-BE49-F238E27FC236}">
                <a16:creationId xmlns:a16="http://schemas.microsoft.com/office/drawing/2014/main" id="{A06109F0-9DBD-049B-71B0-C98BBF51015F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슬라이드 번호 개체 틀 7">
            <a:extLst>
              <a:ext uri="{FF2B5EF4-FFF2-40B4-BE49-F238E27FC236}">
                <a16:creationId xmlns:a16="http://schemas.microsoft.com/office/drawing/2014/main" id="{44C5D2EE-ACE1-00B8-1E50-E2A0C02C544F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18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31190878-4C1A-2D66-1F3A-E777A9FB7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400050"/>
            <a:ext cx="757238" cy="152400"/>
          </a:xfrm>
          <a:prstGeom prst="rect">
            <a:avLst/>
          </a:prstGeom>
        </p:spPr>
      </p:pic>
      <p:sp>
        <p:nvSpPr>
          <p:cNvPr id="14" name="Shape 0">
            <a:extLst>
              <a:ext uri="{FF2B5EF4-FFF2-40B4-BE49-F238E27FC236}">
                <a16:creationId xmlns:a16="http://schemas.microsoft.com/office/drawing/2014/main" id="{EEACD4E5-58CA-2E9C-33CD-C200042D12D1}"/>
              </a:ext>
            </a:extLst>
          </p:cNvPr>
          <p:cNvSpPr/>
          <p:nvPr/>
        </p:nvSpPr>
        <p:spPr>
          <a:xfrm>
            <a:off x="457200" y="2305050"/>
            <a:ext cx="82296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3853E2BC-355F-CCB2-7A6F-4777BB3B6608}"/>
              </a:ext>
            </a:extLst>
          </p:cNvPr>
          <p:cNvSpPr/>
          <p:nvPr/>
        </p:nvSpPr>
        <p:spPr>
          <a:xfrm>
            <a:off x="457200" y="2312194"/>
            <a:ext cx="4114800" cy="5191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A76C8E6-3C11-E1F5-63FC-5F43F3FDD7C0}"/>
              </a:ext>
            </a:extLst>
          </p:cNvPr>
          <p:cNvSpPr/>
          <p:nvPr/>
        </p:nvSpPr>
        <p:spPr>
          <a:xfrm>
            <a:off x="457200" y="2312194"/>
            <a:ext cx="447675" cy="474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3000" b="1" i="0" kern="0" spc="-60" dirty="0">
                <a:solidFill>
                  <a:srgbClr val="FE5B1B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01</a:t>
            </a:r>
            <a:endParaRPr lang="en-US" sz="30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3520BC3-92A5-0D22-B115-5280B6DA17AE}"/>
              </a:ext>
            </a:extLst>
          </p:cNvPr>
          <p:cNvSpPr/>
          <p:nvPr/>
        </p:nvSpPr>
        <p:spPr>
          <a:xfrm>
            <a:off x="1076325" y="2334313"/>
            <a:ext cx="3495675" cy="47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3000" b="1" i="0" kern="0" spc="-60" dirty="0">
                <a:solidFill>
                  <a:srgbClr val="2F3238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인덱스 제목</a:t>
            </a:r>
            <a:endParaRPr lang="en-US" sz="3000" b="1" i="0" dirty="0">
              <a:solidFill>
                <a:srgbClr val="2F3238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01C01AC-8624-517E-EBB8-AA8ECAD87BFB}"/>
              </a:ext>
            </a:extLst>
          </p:cNvPr>
          <p:cNvSpPr/>
          <p:nvPr/>
        </p:nvSpPr>
        <p:spPr>
          <a:xfrm>
            <a:off x="4572000" y="2324054"/>
            <a:ext cx="4114800" cy="495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00" kern="0" spc="-28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설명이 필요한 경우 여기에 작성하며 </a:t>
            </a:r>
            <a:endParaRPr lang="en-US" sz="1400" dirty="0"/>
          </a:p>
          <a:p>
            <a:pPr marL="0" indent="0" algn="l">
              <a:lnSpc>
                <a:spcPts val="1995"/>
              </a:lnSpc>
              <a:buNone/>
            </a:pPr>
            <a:r>
              <a:rPr lang="en-US" sz="1400" kern="0" spc="-28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2줄을 넘기지 </a:t>
            </a:r>
            <a:r>
              <a:rPr lang="en-US" sz="1400" kern="0" spc="-28" dirty="0" err="1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않도록</a:t>
            </a:r>
            <a:r>
              <a:rPr lang="en-US" sz="1400" kern="0" spc="-28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kern="0" spc="-28" dirty="0" err="1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</a:t>
            </a:r>
            <a:endParaRPr lang="en-US" sz="1400" dirty="0"/>
          </a:p>
        </p:txBody>
      </p:sp>
      <p:sp>
        <p:nvSpPr>
          <p:cNvPr id="19" name="바닥글 개체 틀 3">
            <a:extLst>
              <a:ext uri="{FF2B5EF4-FFF2-40B4-BE49-F238E27FC236}">
                <a16:creationId xmlns:a16="http://schemas.microsoft.com/office/drawing/2014/main" id="{904DC127-51F5-4FBA-7129-E75E8F14BA79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슬라이드 번호 개체 틀 7">
            <a:extLst>
              <a:ext uri="{FF2B5EF4-FFF2-40B4-BE49-F238E27FC236}">
                <a16:creationId xmlns:a16="http://schemas.microsoft.com/office/drawing/2014/main" id="{B4E9756F-0D84-FCF6-E7F0-BDF0D93BBA1A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60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CA220F2F-3878-6204-0373-FD8B76FEDDA9}"/>
              </a:ext>
            </a:extLst>
          </p:cNvPr>
          <p:cNvSpPr/>
          <p:nvPr/>
        </p:nvSpPr>
        <p:spPr>
          <a:xfrm>
            <a:off x="457200" y="2305050"/>
            <a:ext cx="8229600" cy="533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29CC245-7075-8CD8-8C1A-CB72A61708C2}"/>
              </a:ext>
            </a:extLst>
          </p:cNvPr>
          <p:cNvSpPr/>
          <p:nvPr/>
        </p:nvSpPr>
        <p:spPr>
          <a:xfrm>
            <a:off x="457200" y="2312194"/>
            <a:ext cx="4114800" cy="5191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A7F8AA5-754C-28CA-4AA2-D17B891012F4}"/>
              </a:ext>
            </a:extLst>
          </p:cNvPr>
          <p:cNvSpPr/>
          <p:nvPr/>
        </p:nvSpPr>
        <p:spPr>
          <a:xfrm>
            <a:off x="457200" y="2312194"/>
            <a:ext cx="447675" cy="474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3000" b="1" i="0" kern="0" spc="-60" dirty="0">
                <a:solidFill>
                  <a:srgbClr val="FE5B1B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01</a:t>
            </a:r>
            <a:endParaRPr lang="en-US" sz="30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359664F-00A3-DE19-363C-9DA48A87F8D3}"/>
              </a:ext>
            </a:extLst>
          </p:cNvPr>
          <p:cNvSpPr/>
          <p:nvPr/>
        </p:nvSpPr>
        <p:spPr>
          <a:xfrm>
            <a:off x="1076325" y="2334313"/>
            <a:ext cx="3495675" cy="4748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3000" b="1" i="0" kern="0" spc="-60" dirty="0">
                <a:solidFill>
                  <a:srgbClr val="2F3238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인덱스 제목</a:t>
            </a:r>
            <a:endParaRPr lang="en-US" sz="3000" b="1" i="0" dirty="0">
              <a:solidFill>
                <a:srgbClr val="2F3238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4613984-FA98-B286-4F07-AE874B9AEF8B}"/>
              </a:ext>
            </a:extLst>
          </p:cNvPr>
          <p:cNvSpPr/>
          <p:nvPr/>
        </p:nvSpPr>
        <p:spPr>
          <a:xfrm>
            <a:off x="4572000" y="2324054"/>
            <a:ext cx="4114800" cy="495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00" kern="0" spc="-28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설명이 필요한 경우 여기에 작성하며 </a:t>
            </a:r>
            <a:endParaRPr lang="en-US" sz="1400" dirty="0"/>
          </a:p>
          <a:p>
            <a:pPr marL="0" indent="0" algn="l">
              <a:lnSpc>
                <a:spcPts val="1995"/>
              </a:lnSpc>
              <a:buNone/>
            </a:pPr>
            <a:r>
              <a:rPr lang="en-US" sz="1400" kern="0" spc="-28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2줄을 넘기지 </a:t>
            </a:r>
            <a:r>
              <a:rPr lang="en-US" sz="1400" kern="0" spc="-28" dirty="0" err="1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않도록</a:t>
            </a:r>
            <a:r>
              <a:rPr lang="en-US" sz="1400" kern="0" spc="-28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kern="0" spc="-28" dirty="0" err="1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</a:t>
            </a:r>
            <a:endParaRPr lang="en-US" sz="1400" dirty="0"/>
          </a:p>
        </p:txBody>
      </p:sp>
      <p:sp>
        <p:nvSpPr>
          <p:cNvPr id="9" name="바닥글 개체 틀 3">
            <a:extLst>
              <a:ext uri="{FF2B5EF4-FFF2-40B4-BE49-F238E27FC236}">
                <a16:creationId xmlns:a16="http://schemas.microsoft.com/office/drawing/2014/main" id="{E4C2D6D1-1877-D385-A0AF-3CD5B5F0CCD9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83A226E6-CCE5-BF23-5D73-86508755E34D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2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9A8C-61A3-CBB3-6374-D6E274AD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DCE1141D-A1BC-2044-649F-AB59CA056224}"/>
              </a:ext>
            </a:extLst>
          </p:cNvPr>
          <p:cNvSpPr/>
          <p:nvPr/>
        </p:nvSpPr>
        <p:spPr>
          <a:xfrm>
            <a:off x="457200" y="2081212"/>
            <a:ext cx="4019550" cy="361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200" b="1" i="0" kern="0" spc="-46" dirty="0">
                <a:solidFill>
                  <a:srgbClr val="FE5B1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01</a:t>
            </a:r>
            <a:endParaRPr lang="en-US" sz="2200" b="1" i="0" dirty="0">
              <a:solidFill>
                <a:srgbClr val="FE5B1B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78D9A3B-2AF2-3CDD-E96E-38941FBCF5CA}"/>
              </a:ext>
            </a:extLst>
          </p:cNvPr>
          <p:cNvSpPr/>
          <p:nvPr/>
        </p:nvSpPr>
        <p:spPr>
          <a:xfrm>
            <a:off x="457200" y="2514600"/>
            <a:ext cx="4019550" cy="474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3000" b="1" i="0" kern="0" spc="-60" dirty="0">
                <a:solidFill>
                  <a:srgbClr val="2F3238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인덱스 제목</a:t>
            </a:r>
            <a:endParaRPr lang="en-US" sz="3000" b="1" i="0" dirty="0">
              <a:solidFill>
                <a:srgbClr val="2F3238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C0907F-B033-01E3-AD77-DCAD64973660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3120391F-C802-B3F3-81F7-F8FAD34AFEC1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pic>
        <p:nvPicPr>
          <p:cNvPr id="14" name="그림 13" descr="검은 색 3D 웨이브 패턴">
            <a:extLst>
              <a:ext uri="{FF2B5EF4-FFF2-40B4-BE49-F238E27FC236}">
                <a16:creationId xmlns:a16="http://schemas.microsoft.com/office/drawing/2014/main" id="{56F6BF1A-AE88-A8FD-EE40-05AF1AB16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2" y="-17336"/>
            <a:ext cx="4476748" cy="516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54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A6A65-897E-D1F1-02AC-26E081D6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7B81D7B7-BDDD-112F-761F-8CBA6430853B}"/>
              </a:ext>
            </a:extLst>
          </p:cNvPr>
          <p:cNvSpPr/>
          <p:nvPr/>
        </p:nvSpPr>
        <p:spPr>
          <a:xfrm>
            <a:off x="457200" y="2176463"/>
            <a:ext cx="190500" cy="3810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A756ABA-8F30-D1A5-536E-F31013CF1D73}"/>
              </a:ext>
            </a:extLst>
          </p:cNvPr>
          <p:cNvSpPr/>
          <p:nvPr/>
        </p:nvSpPr>
        <p:spPr>
          <a:xfrm>
            <a:off x="457200" y="2309813"/>
            <a:ext cx="2540000" cy="474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2992" b="1" kern="0" spc="-60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</a:t>
            </a:r>
            <a:endParaRPr lang="en-US" sz="2992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E173EEA-8B09-FF90-BE05-455B43D166C7}"/>
              </a:ext>
            </a:extLst>
          </p:cNvPr>
          <p:cNvSpPr/>
          <p:nvPr/>
        </p:nvSpPr>
        <p:spPr>
          <a:xfrm>
            <a:off x="457200" y="2924175"/>
            <a:ext cx="2540000" cy="49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0" i="0" kern="0" spc="-28" dirty="0">
                <a:solidFill>
                  <a:srgbClr val="2F3238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핵심 지표에 대한 설명을</a:t>
            </a:r>
            <a:endParaRPr lang="en-US" sz="140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b="0" i="0" kern="0" spc="-28" dirty="0">
                <a:solidFill>
                  <a:srgbClr val="2F3238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추가할 수 있습니다. </a:t>
            </a:r>
            <a:endParaRPr lang="en-US" sz="140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1319C373-7025-9623-0816-1BDDF8EA7CC3}"/>
              </a:ext>
            </a:extLst>
          </p:cNvPr>
          <p:cNvSpPr/>
          <p:nvPr/>
        </p:nvSpPr>
        <p:spPr>
          <a:xfrm>
            <a:off x="3301998" y="2176463"/>
            <a:ext cx="247650" cy="3810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11138215-CE46-AB71-A7EC-E27211D06F06}"/>
              </a:ext>
            </a:extLst>
          </p:cNvPr>
          <p:cNvSpPr/>
          <p:nvPr/>
        </p:nvSpPr>
        <p:spPr>
          <a:xfrm>
            <a:off x="3301998" y="2309813"/>
            <a:ext cx="2540000" cy="474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2992" b="1" kern="0" spc="-60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</a:t>
            </a:r>
            <a:endParaRPr lang="en-US" sz="2992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3F2AA251-480D-F7A2-E46C-8D9F40B82968}"/>
              </a:ext>
            </a:extLst>
          </p:cNvPr>
          <p:cNvSpPr/>
          <p:nvPr/>
        </p:nvSpPr>
        <p:spPr>
          <a:xfrm>
            <a:off x="3301998" y="2924175"/>
            <a:ext cx="2540000" cy="49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0" i="0" kern="0" spc="-28" dirty="0">
                <a:solidFill>
                  <a:srgbClr val="2F3238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핵심 지표에 대한 설명을</a:t>
            </a:r>
            <a:endParaRPr lang="en-US" sz="140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b="0" i="0" kern="0" spc="-28" dirty="0">
                <a:solidFill>
                  <a:srgbClr val="2F3238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추가할 수 있습니다. </a:t>
            </a:r>
            <a:endParaRPr lang="en-US" sz="140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82A9A781-CD4C-8281-428E-27FEB0984956}"/>
              </a:ext>
            </a:extLst>
          </p:cNvPr>
          <p:cNvSpPr/>
          <p:nvPr/>
        </p:nvSpPr>
        <p:spPr>
          <a:xfrm>
            <a:off x="6146802" y="2176463"/>
            <a:ext cx="247650" cy="3810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F962210D-0B9B-463C-9F4B-147BB67A1C5F}"/>
              </a:ext>
            </a:extLst>
          </p:cNvPr>
          <p:cNvSpPr/>
          <p:nvPr/>
        </p:nvSpPr>
        <p:spPr>
          <a:xfrm>
            <a:off x="6146802" y="2309813"/>
            <a:ext cx="2540000" cy="474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2992" b="1" kern="0" spc="-60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</a:t>
            </a:r>
            <a:endParaRPr lang="en-US" sz="2992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21FEE5AF-B052-8192-4FDC-8B78656BC2B5}"/>
              </a:ext>
            </a:extLst>
          </p:cNvPr>
          <p:cNvSpPr/>
          <p:nvPr/>
        </p:nvSpPr>
        <p:spPr>
          <a:xfrm>
            <a:off x="6146802" y="2924175"/>
            <a:ext cx="2540000" cy="49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0" i="0" kern="0" spc="-28" dirty="0">
                <a:solidFill>
                  <a:srgbClr val="2F3238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핵심 지표에 대한 설명을</a:t>
            </a:r>
            <a:endParaRPr lang="en-US" sz="140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b="0" i="0" kern="0" spc="-28" dirty="0">
                <a:solidFill>
                  <a:srgbClr val="2F3238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추가할 수 있습니다. </a:t>
            </a:r>
            <a:endParaRPr lang="en-US" sz="140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D828A1BB-2CB3-8F2D-AA81-7FCBF654311A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73D3857E-D26C-5AE5-6824-A3EE59534C64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3" name="바닥글 개체 틀 3">
            <a:extLst>
              <a:ext uri="{FF2B5EF4-FFF2-40B4-BE49-F238E27FC236}">
                <a16:creationId xmlns:a16="http://schemas.microsoft.com/office/drawing/2014/main" id="{315537A2-DB88-D5EB-BE32-0A169F0D0F3A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슬라이드 번호 개체 틀 7">
            <a:extLst>
              <a:ext uri="{FF2B5EF4-FFF2-40B4-BE49-F238E27FC236}">
                <a16:creationId xmlns:a16="http://schemas.microsoft.com/office/drawing/2014/main" id="{85921A79-FB3B-3191-FCB4-5178FF5F3DD6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97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B023-88D1-8AC6-D268-0A2B8418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3">
            <a:extLst>
              <a:ext uri="{FF2B5EF4-FFF2-40B4-BE49-F238E27FC236}">
                <a16:creationId xmlns:a16="http://schemas.microsoft.com/office/drawing/2014/main" id="{6532A179-9EAF-9E79-CD52-7AC656A637D7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9A9FFD61-3C98-2BCB-C7C4-24551964FDE9}"/>
              </a:ext>
            </a:extLst>
          </p:cNvPr>
          <p:cNvSpPr/>
          <p:nvPr/>
        </p:nvSpPr>
        <p:spPr>
          <a:xfrm>
            <a:off x="457200" y="2176463"/>
            <a:ext cx="8239125" cy="163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F530543-481B-0F8B-02F2-E95B22330BDE}"/>
              </a:ext>
            </a:extLst>
          </p:cNvPr>
          <p:cNvSpPr/>
          <p:nvPr/>
        </p:nvSpPr>
        <p:spPr>
          <a:xfrm>
            <a:off x="457200" y="2176463"/>
            <a:ext cx="2540000" cy="163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588C690-5EA5-4136-61E3-C36D8D490CD1}"/>
              </a:ext>
            </a:extLst>
          </p:cNvPr>
          <p:cNvSpPr/>
          <p:nvPr/>
        </p:nvSpPr>
        <p:spPr>
          <a:xfrm>
            <a:off x="457200" y="2176463"/>
            <a:ext cx="2540000" cy="63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187"/>
              </a:lnSpc>
              <a:buNone/>
            </a:pPr>
            <a:r>
              <a:rPr lang="en-US" sz="4000" b="1" kern="0" spc="-80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</a:t>
            </a:r>
            <a:endParaRPr lang="en-US" sz="4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1D96D04-1C28-645C-5F4A-91961C69F793}"/>
              </a:ext>
            </a:extLst>
          </p:cNvPr>
          <p:cNvSpPr/>
          <p:nvPr/>
        </p:nvSpPr>
        <p:spPr>
          <a:xfrm>
            <a:off x="457200" y="3062288"/>
            <a:ext cx="2540000" cy="7524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D41A32E-2254-6EBD-C4BA-A3D41EF1378B}"/>
              </a:ext>
            </a:extLst>
          </p:cNvPr>
          <p:cNvSpPr/>
          <p:nvPr/>
        </p:nvSpPr>
        <p:spPr>
          <a:xfrm>
            <a:off x="457200" y="3062288"/>
            <a:ext cx="254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95"/>
              </a:lnSpc>
              <a:buNone/>
            </a:pPr>
            <a:r>
              <a:rPr lang="en-US" sz="1400" b="1" i="0" kern="0" spc="-28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핵심 지표 1</a:t>
            </a:r>
            <a:endParaRPr lang="en-US" sz="14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D1BE94B-05C2-E7F0-66E1-46AE1F52E96A}"/>
              </a:ext>
            </a:extLst>
          </p:cNvPr>
          <p:cNvSpPr/>
          <p:nvPr/>
        </p:nvSpPr>
        <p:spPr>
          <a:xfrm>
            <a:off x="457200" y="3386138"/>
            <a:ext cx="2540000" cy="40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4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부연 설명이 필요한 경우 최대 2줄</a:t>
            </a:r>
            <a:endParaRPr lang="en-US" sz="114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4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이내로 작성합니다.</a:t>
            </a:r>
            <a:endParaRPr lang="en-US" sz="114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948B424-9C6A-ECC5-44E1-ADF09A1F646D}"/>
              </a:ext>
            </a:extLst>
          </p:cNvPr>
          <p:cNvSpPr/>
          <p:nvPr/>
        </p:nvSpPr>
        <p:spPr>
          <a:xfrm>
            <a:off x="3306761" y="2176463"/>
            <a:ext cx="2540000" cy="163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37FBD7C-8F70-398B-4E26-D0580429945F}"/>
              </a:ext>
            </a:extLst>
          </p:cNvPr>
          <p:cNvSpPr/>
          <p:nvPr/>
        </p:nvSpPr>
        <p:spPr>
          <a:xfrm>
            <a:off x="3306761" y="2176463"/>
            <a:ext cx="2540000" cy="63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187"/>
              </a:lnSpc>
              <a:buNone/>
            </a:pPr>
            <a:r>
              <a:rPr lang="en-US" sz="4000" b="1" kern="0" spc="-80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</a:t>
            </a:r>
            <a:endParaRPr lang="en-US" sz="40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DB29596-8AD0-2D0F-FAC0-5830EF38440F}"/>
              </a:ext>
            </a:extLst>
          </p:cNvPr>
          <p:cNvSpPr/>
          <p:nvPr/>
        </p:nvSpPr>
        <p:spPr>
          <a:xfrm>
            <a:off x="3306761" y="3062288"/>
            <a:ext cx="2540000" cy="7524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1759568-BA3C-382E-C2E5-3D18E1FF80E6}"/>
              </a:ext>
            </a:extLst>
          </p:cNvPr>
          <p:cNvSpPr/>
          <p:nvPr/>
        </p:nvSpPr>
        <p:spPr>
          <a:xfrm>
            <a:off x="3306761" y="3062288"/>
            <a:ext cx="254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95"/>
              </a:lnSpc>
              <a:buNone/>
            </a:pPr>
            <a:r>
              <a:rPr lang="en-US" sz="1400" b="1" i="0" kern="0" spc="-28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핵심 지표 2</a:t>
            </a:r>
            <a:endParaRPr lang="en-US" sz="14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19C60AD-3819-0053-48C4-8A5934FE83AE}"/>
              </a:ext>
            </a:extLst>
          </p:cNvPr>
          <p:cNvSpPr/>
          <p:nvPr/>
        </p:nvSpPr>
        <p:spPr>
          <a:xfrm>
            <a:off x="3306761" y="3386138"/>
            <a:ext cx="2540000" cy="40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4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부연 설명이 필요한 경우 최대 2줄</a:t>
            </a:r>
            <a:endParaRPr lang="en-US" sz="114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4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이내로 작성합니다.</a:t>
            </a:r>
            <a:endParaRPr lang="en-US" sz="114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B49EFD3-1001-CBD0-E235-CFAFBCD5F2A5}"/>
              </a:ext>
            </a:extLst>
          </p:cNvPr>
          <p:cNvSpPr/>
          <p:nvPr/>
        </p:nvSpPr>
        <p:spPr>
          <a:xfrm>
            <a:off x="6156327" y="2176463"/>
            <a:ext cx="2540000" cy="163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8A15C6B-7971-8569-D868-4EA692A55995}"/>
              </a:ext>
            </a:extLst>
          </p:cNvPr>
          <p:cNvSpPr/>
          <p:nvPr/>
        </p:nvSpPr>
        <p:spPr>
          <a:xfrm>
            <a:off x="6156327" y="2176463"/>
            <a:ext cx="2540000" cy="63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187"/>
              </a:lnSpc>
              <a:buNone/>
            </a:pPr>
            <a:r>
              <a:rPr lang="en-US" sz="4000" b="1" kern="0" spc="-80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</a:t>
            </a:r>
            <a:endParaRPr lang="en-US" sz="4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9759BBF-3C3F-8710-D75D-040020F7A9C6}"/>
              </a:ext>
            </a:extLst>
          </p:cNvPr>
          <p:cNvSpPr/>
          <p:nvPr/>
        </p:nvSpPr>
        <p:spPr>
          <a:xfrm>
            <a:off x="6156327" y="3062288"/>
            <a:ext cx="2540000" cy="7524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D96E25F-1E3B-C021-95FF-8059EAC893BB}"/>
              </a:ext>
            </a:extLst>
          </p:cNvPr>
          <p:cNvSpPr/>
          <p:nvPr/>
        </p:nvSpPr>
        <p:spPr>
          <a:xfrm>
            <a:off x="6156327" y="3062288"/>
            <a:ext cx="254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95"/>
              </a:lnSpc>
              <a:buNone/>
            </a:pPr>
            <a:r>
              <a:rPr lang="en-US" sz="1400" b="1" i="0" kern="0" spc="-28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핵심 지표 3</a:t>
            </a:r>
            <a:endParaRPr lang="en-US" sz="14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C68A246-2B7E-4ABF-9E80-E0E61E0317E5}"/>
              </a:ext>
            </a:extLst>
          </p:cNvPr>
          <p:cNvSpPr/>
          <p:nvPr/>
        </p:nvSpPr>
        <p:spPr>
          <a:xfrm>
            <a:off x="6156327" y="3386138"/>
            <a:ext cx="2540000" cy="40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4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부연 설명이 필요한 경우 최대 2줄</a:t>
            </a:r>
            <a:endParaRPr lang="en-US" sz="114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4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이내로 작성합니다.</a:t>
            </a:r>
            <a:endParaRPr lang="en-US" sz="114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9" name="바닥글 개체 틀 3">
            <a:extLst>
              <a:ext uri="{FF2B5EF4-FFF2-40B4-BE49-F238E27FC236}">
                <a16:creationId xmlns:a16="http://schemas.microsoft.com/office/drawing/2014/main" id="{98E84673-5F0C-30ED-4FD0-F4182B5F4722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슬라이드 번호 개체 틀 7">
            <a:extLst>
              <a:ext uri="{FF2B5EF4-FFF2-40B4-BE49-F238E27FC236}">
                <a16:creationId xmlns:a16="http://schemas.microsoft.com/office/drawing/2014/main" id="{0CF75BD8-F94D-AB31-5FC7-AE67CE7CF708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3A8248-FC05-8AD1-D843-2419A19FBF8A}"/>
              </a:ext>
            </a:extLst>
          </p:cNvPr>
          <p:cNvSpPr/>
          <p:nvPr/>
        </p:nvSpPr>
        <p:spPr>
          <a:xfrm>
            <a:off x="457200" y="656805"/>
            <a:ext cx="8229600" cy="74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</a:t>
            </a:r>
            <a:r>
              <a:rPr lang="en-US" sz="2300" b="1" i="0" kern="0" spc="-46" dirty="0" err="1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제목을</a:t>
            </a: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sz="2300" b="1" i="0" kern="0" spc="-46" dirty="0" err="1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작성합니다</a:t>
            </a: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lang="en-US" sz="2300" b="1" i="0" kern="0" spc="-46" dirty="0">
              <a:solidFill>
                <a:srgbClr val="2F3238">
                  <a:alpha val="99000"/>
                </a:srgb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0" indent="0" algn="ctr">
              <a:lnSpc>
                <a:spcPts val="2964"/>
              </a:lnSpc>
              <a:buNone/>
            </a:pP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  <a:r>
              <a:rPr lang="ko-KR" alt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줄도 작성할 수 있습니다</a:t>
            </a: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022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9AC6-1EA3-6A46-0C1C-263BF0CB3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3D259A39-70F2-E1FD-D31F-70F2768D6563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7B4D7EDD-0C37-A474-27BB-2A3664546D63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A2B5FB6F-6EDF-90CE-9EE7-F311DD3FF761}"/>
              </a:ext>
            </a:extLst>
          </p:cNvPr>
          <p:cNvSpPr/>
          <p:nvPr/>
        </p:nvSpPr>
        <p:spPr>
          <a:xfrm>
            <a:off x="3786188" y="1509713"/>
            <a:ext cx="4900613" cy="3233738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1E1CE02E-677E-A130-F4DE-43ED3D98D129}"/>
              </a:ext>
            </a:extLst>
          </p:cNvPr>
          <p:cNvSpPr/>
          <p:nvPr/>
        </p:nvSpPr>
        <p:spPr>
          <a:xfrm>
            <a:off x="3786188" y="1509713"/>
            <a:ext cx="4900613" cy="10144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A23ED7D-825B-44E3-C87E-F80C9CF4BD00}"/>
              </a:ext>
            </a:extLst>
          </p:cNvPr>
          <p:cNvSpPr/>
          <p:nvPr/>
        </p:nvSpPr>
        <p:spPr>
          <a:xfrm>
            <a:off x="3786188" y="1509713"/>
            <a:ext cx="247650" cy="3810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9AA84A0-FEAE-2B14-CF04-6E65B255A44A}"/>
              </a:ext>
            </a:extLst>
          </p:cNvPr>
          <p:cNvSpPr/>
          <p:nvPr/>
        </p:nvSpPr>
        <p:spPr>
          <a:xfrm>
            <a:off x="3786188" y="1662113"/>
            <a:ext cx="4900613" cy="566738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BEBE012-7B55-1422-9E98-5FD0B90A4BB6}"/>
              </a:ext>
            </a:extLst>
          </p:cNvPr>
          <p:cNvSpPr/>
          <p:nvPr/>
        </p:nvSpPr>
        <p:spPr>
          <a:xfrm>
            <a:off x="3786188" y="1662113"/>
            <a:ext cx="4900613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핵심 지표 1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2C8C591-6D8D-D30B-E4BF-FC7AAD3482CC}"/>
              </a:ext>
            </a:extLst>
          </p:cNvPr>
          <p:cNvSpPr/>
          <p:nvPr/>
        </p:nvSpPr>
        <p:spPr>
          <a:xfrm>
            <a:off x="3786188" y="2014538"/>
            <a:ext cx="4900613" cy="193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20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핵심 지표에 대한 설명을 추가할 수 있습니다. </a:t>
            </a:r>
            <a:endParaRPr lang="en-US" sz="1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506E5C0-86EA-D3BB-D381-0E9698303310}"/>
              </a:ext>
            </a:extLst>
          </p:cNvPr>
          <p:cNvSpPr/>
          <p:nvPr/>
        </p:nvSpPr>
        <p:spPr>
          <a:xfrm>
            <a:off x="3786188" y="2619375"/>
            <a:ext cx="4900613" cy="10144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C3E8F12-037C-0B49-9CBE-3BD30BF70AB9}"/>
              </a:ext>
            </a:extLst>
          </p:cNvPr>
          <p:cNvSpPr/>
          <p:nvPr/>
        </p:nvSpPr>
        <p:spPr>
          <a:xfrm>
            <a:off x="3786188" y="2619375"/>
            <a:ext cx="247650" cy="3810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743E4A4F-4AF2-CBFB-CE08-736FF08882DA}"/>
              </a:ext>
            </a:extLst>
          </p:cNvPr>
          <p:cNvSpPr/>
          <p:nvPr/>
        </p:nvSpPr>
        <p:spPr>
          <a:xfrm>
            <a:off x="3786188" y="2771775"/>
            <a:ext cx="4900613" cy="566738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FADF2EC-CF5B-E92C-34ED-E3781164D9B2}"/>
              </a:ext>
            </a:extLst>
          </p:cNvPr>
          <p:cNvSpPr/>
          <p:nvPr/>
        </p:nvSpPr>
        <p:spPr>
          <a:xfrm>
            <a:off x="3786188" y="2771775"/>
            <a:ext cx="4900613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핵심 지표 2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997CC71-3804-A65E-B4F5-802959C8690B}"/>
              </a:ext>
            </a:extLst>
          </p:cNvPr>
          <p:cNvSpPr/>
          <p:nvPr/>
        </p:nvSpPr>
        <p:spPr>
          <a:xfrm>
            <a:off x="3786188" y="3124200"/>
            <a:ext cx="4900613" cy="193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20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핵심 지표에 대한 설명을 추가할 수 있습니다. </a:t>
            </a:r>
            <a:endParaRPr lang="en-US" sz="12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4E4651D-49CF-C5D2-849D-E9D314384B9B}"/>
              </a:ext>
            </a:extLst>
          </p:cNvPr>
          <p:cNvSpPr/>
          <p:nvPr/>
        </p:nvSpPr>
        <p:spPr>
          <a:xfrm>
            <a:off x="3786188" y="3729038"/>
            <a:ext cx="4900613" cy="10144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7E0CDD37-9EC1-4296-BD55-7ABBF794B55B}"/>
              </a:ext>
            </a:extLst>
          </p:cNvPr>
          <p:cNvSpPr/>
          <p:nvPr/>
        </p:nvSpPr>
        <p:spPr>
          <a:xfrm>
            <a:off x="3786188" y="3729038"/>
            <a:ext cx="247650" cy="3810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1DE22204-4FA8-0BDB-2FCC-2534580CC8ED}"/>
              </a:ext>
            </a:extLst>
          </p:cNvPr>
          <p:cNvSpPr/>
          <p:nvPr/>
        </p:nvSpPr>
        <p:spPr>
          <a:xfrm>
            <a:off x="3786188" y="3881438"/>
            <a:ext cx="4900613" cy="566738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A2024888-D2C5-B3B1-1D32-256297DF7CCB}"/>
              </a:ext>
            </a:extLst>
          </p:cNvPr>
          <p:cNvSpPr/>
          <p:nvPr/>
        </p:nvSpPr>
        <p:spPr>
          <a:xfrm>
            <a:off x="3786188" y="3881438"/>
            <a:ext cx="4900613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핵심 지표 3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8E9C59A-D5EA-0D0C-8CE5-3C9650C6C107}"/>
              </a:ext>
            </a:extLst>
          </p:cNvPr>
          <p:cNvSpPr/>
          <p:nvPr/>
        </p:nvSpPr>
        <p:spPr>
          <a:xfrm>
            <a:off x="3786188" y="4233863"/>
            <a:ext cx="4900613" cy="193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20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핵심 지표에 대한 설명을 추가할 수 있습니다. 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3F267F2-750A-3897-128A-B00AC289C2AC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940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DE30B-4150-D1A2-0C70-014304D6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04D0F0FD-7E31-C192-A54A-711EF707AE58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FE58FC94-905B-71D8-26BC-15CEAF0CC35F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96843A7E-71D8-05CD-0ABD-E65413E26DC3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7A353A52-ACA3-E271-BF41-13B49717DD5C}"/>
              </a:ext>
            </a:extLst>
          </p:cNvPr>
          <p:cNvSpPr/>
          <p:nvPr/>
        </p:nvSpPr>
        <p:spPr>
          <a:xfrm>
            <a:off x="457200" y="1881187"/>
            <a:ext cx="4019550" cy="2862263"/>
          </a:xfrm>
          <a:prstGeom prst="roundRect">
            <a:avLst>
              <a:gd name="adj" fmla="val 10223"/>
            </a:avLst>
          </a:prstGeom>
          <a:solidFill>
            <a:srgbClr val="E4E6E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93A84577-7A7D-BF4A-6D55-97FEC1CCE954}"/>
              </a:ext>
            </a:extLst>
          </p:cNvPr>
          <p:cNvSpPr/>
          <p:nvPr/>
        </p:nvSpPr>
        <p:spPr>
          <a:xfrm>
            <a:off x="762000" y="2109788"/>
            <a:ext cx="3409950" cy="876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18A5BCD-D64D-839D-D391-384426B62EF8}"/>
              </a:ext>
            </a:extLst>
          </p:cNvPr>
          <p:cNvSpPr/>
          <p:nvPr/>
        </p:nvSpPr>
        <p:spPr>
          <a:xfrm>
            <a:off x="762000" y="2109788"/>
            <a:ext cx="3409950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kern="0" spc="-34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A</a:t>
            </a:r>
            <a:endParaRPr lang="en-US" sz="17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B269C4C-BC48-3FC8-05EC-3E4AFCBE63CA}"/>
              </a:ext>
            </a:extLst>
          </p:cNvPr>
          <p:cNvSpPr/>
          <p:nvPr/>
        </p:nvSpPr>
        <p:spPr>
          <a:xfrm>
            <a:off x="762000" y="2557463"/>
            <a:ext cx="3409950" cy="44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kern="0" spc="-23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A에 대한 설명을 작성합니다. 강조하고자하는 부분이 있으면 </a:t>
            </a:r>
            <a:r>
              <a:rPr lang="en-US" sz="120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하이라이트 </a:t>
            </a:r>
            <a:r>
              <a:rPr lang="en-US" sz="1200" kern="0" spc="-23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해보세요.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E385682-E5A1-5F0A-1174-D61409B47815}"/>
              </a:ext>
            </a:extLst>
          </p:cNvPr>
          <p:cNvSpPr/>
          <p:nvPr/>
        </p:nvSpPr>
        <p:spPr>
          <a:xfrm>
            <a:off x="762000" y="3176588"/>
            <a:ext cx="3409950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5187"/>
              </a:lnSpc>
              <a:buNone/>
            </a:pPr>
            <a:r>
              <a:rPr lang="en-US" sz="4000" b="1" kern="0" spc="-80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 감소</a:t>
            </a:r>
            <a:endParaRPr lang="en-US" sz="40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38E9E44-DEDE-0856-4E48-85C6B73F4365}"/>
              </a:ext>
            </a:extLst>
          </p:cNvPr>
          <p:cNvSpPr/>
          <p:nvPr/>
        </p:nvSpPr>
        <p:spPr>
          <a:xfrm>
            <a:off x="4667250" y="1785938"/>
            <a:ext cx="4019550" cy="2957513"/>
          </a:xfrm>
          <a:prstGeom prst="roundRect">
            <a:avLst>
              <a:gd name="adj" fmla="val 9894"/>
            </a:avLst>
          </a:prstGeom>
          <a:solidFill>
            <a:srgbClr val="FFFFFF"/>
          </a:solidFill>
          <a:ln w="9049">
            <a:solidFill>
              <a:srgbClr val="EBEDF0"/>
            </a:solidFill>
            <a:prstDash val="solid"/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C6751EFD-FDF5-9E56-2DB5-B8BCDB7E8F00}"/>
              </a:ext>
            </a:extLst>
          </p:cNvPr>
          <p:cNvSpPr/>
          <p:nvPr/>
        </p:nvSpPr>
        <p:spPr>
          <a:xfrm>
            <a:off x="4972050" y="2014538"/>
            <a:ext cx="3409950" cy="876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12E0669-9849-3CE1-C133-61E2C2E3615A}"/>
              </a:ext>
            </a:extLst>
          </p:cNvPr>
          <p:cNvSpPr/>
          <p:nvPr/>
        </p:nvSpPr>
        <p:spPr>
          <a:xfrm>
            <a:off x="4972050" y="2014538"/>
            <a:ext cx="3409950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kern="0" spc="-34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B</a:t>
            </a:r>
            <a:endParaRPr lang="en-US" sz="17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7A5B33A-7A99-50E8-83B4-F38D7D4171AA}"/>
              </a:ext>
            </a:extLst>
          </p:cNvPr>
          <p:cNvSpPr/>
          <p:nvPr/>
        </p:nvSpPr>
        <p:spPr>
          <a:xfrm>
            <a:off x="4972050" y="2462213"/>
            <a:ext cx="3409950" cy="44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A에 대한 설명을 작성합니다. 강조하고자하는 부분이 있으면 </a:t>
            </a:r>
            <a:r>
              <a:rPr lang="en-US" sz="120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하이라이트 </a:t>
            </a:r>
            <a:r>
              <a:rPr lang="en-US" sz="120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해보세요.</a:t>
            </a:r>
            <a:endParaRPr lang="en-US" sz="1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BC67B33-2429-FA24-6FBD-B7B241A2F8CA}"/>
              </a:ext>
            </a:extLst>
          </p:cNvPr>
          <p:cNvSpPr/>
          <p:nvPr/>
        </p:nvSpPr>
        <p:spPr>
          <a:xfrm>
            <a:off x="4972050" y="3081338"/>
            <a:ext cx="3409950" cy="14335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5187"/>
              </a:lnSpc>
              <a:buNone/>
            </a:pPr>
            <a:r>
              <a:rPr lang="en-US" sz="4000" b="1" kern="0" spc="-80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99% 증가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9021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B09DA-AB0C-8F8C-CCAC-BC8EF244C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F469C86D-EC56-29A4-4B25-9F9C4AA4AA9D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47A102F6-0451-67EC-383C-0D208A483CD6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D0EE8BE4-24FC-8062-A4C8-1748EEA6CCB0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7F7068EE-F688-731E-D402-FD47491C34F7}"/>
              </a:ext>
            </a:extLst>
          </p:cNvPr>
          <p:cNvSpPr/>
          <p:nvPr/>
        </p:nvSpPr>
        <p:spPr>
          <a:xfrm>
            <a:off x="457200" y="1881187"/>
            <a:ext cx="2616200" cy="2862263"/>
          </a:xfrm>
          <a:prstGeom prst="roundRect">
            <a:avLst>
              <a:gd name="adj" fmla="val 11184"/>
            </a:avLst>
          </a:prstGeom>
          <a:solidFill>
            <a:srgbClr val="E4E6EB">
              <a:alpha val="80000"/>
            </a:srgbClr>
          </a:solidFill>
          <a:ln/>
          <a:effectLst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2BF5798-45F5-97CB-A958-7802EAE7AB0F}"/>
              </a:ext>
            </a:extLst>
          </p:cNvPr>
          <p:cNvSpPr/>
          <p:nvPr/>
        </p:nvSpPr>
        <p:spPr>
          <a:xfrm>
            <a:off x="762000" y="2109788"/>
            <a:ext cx="2006600" cy="10906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2131E92-E763-7CD9-07C7-E3DE212A29E6}"/>
              </a:ext>
            </a:extLst>
          </p:cNvPr>
          <p:cNvSpPr/>
          <p:nvPr/>
        </p:nvSpPr>
        <p:spPr>
          <a:xfrm>
            <a:off x="722244" y="2109788"/>
            <a:ext cx="2046356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6D727A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비교 대상 A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966E874-9018-9674-FC50-6B978D2FA91B}"/>
              </a:ext>
            </a:extLst>
          </p:cNvPr>
          <p:cNvSpPr/>
          <p:nvPr/>
        </p:nvSpPr>
        <p:spPr>
          <a:xfrm>
            <a:off x="722244" y="2517707"/>
            <a:ext cx="204635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-23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A에 대한 설명을 작성합니다. 강조하고자하는 부분이 있으면 </a:t>
            </a:r>
            <a:r>
              <a:rPr lang="en-US" sz="110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하이라이트 </a:t>
            </a:r>
            <a:r>
              <a:rPr lang="en-US" sz="1100" kern="0" spc="-23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해보세요.</a:t>
            </a:r>
            <a:endParaRPr lang="en-US" sz="1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E7D0C8F-C8D7-FA88-55C2-AE53EB5A75B5}"/>
              </a:ext>
            </a:extLst>
          </p:cNvPr>
          <p:cNvSpPr/>
          <p:nvPr/>
        </p:nvSpPr>
        <p:spPr>
          <a:xfrm>
            <a:off x="3262313" y="1881187"/>
            <a:ext cx="2619375" cy="2862264"/>
          </a:xfrm>
          <a:prstGeom prst="roundRect">
            <a:avLst>
              <a:gd name="adj" fmla="val 11171"/>
            </a:avLst>
          </a:prstGeom>
          <a:solidFill>
            <a:srgbClr val="FFFFFF"/>
          </a:solidFill>
          <a:ln w="9049">
            <a:solidFill>
              <a:srgbClr val="EBED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0DA1EA3-2643-CBD1-ADF2-27B7AB864105}"/>
              </a:ext>
            </a:extLst>
          </p:cNvPr>
          <p:cNvSpPr/>
          <p:nvPr/>
        </p:nvSpPr>
        <p:spPr>
          <a:xfrm>
            <a:off x="3567113" y="2014538"/>
            <a:ext cx="2009775" cy="10906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40BBA9B-3251-2516-38EB-6C95E1146D84}"/>
              </a:ext>
            </a:extLst>
          </p:cNvPr>
          <p:cNvSpPr/>
          <p:nvPr/>
        </p:nvSpPr>
        <p:spPr>
          <a:xfrm>
            <a:off x="3527357" y="2109788"/>
            <a:ext cx="2049531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비교 대상 B</a:t>
            </a:r>
            <a:endParaRPr lang="en-US" sz="1700" b="1" i="0" dirty="0">
              <a:solidFill>
                <a:srgbClr val="2F3238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B577048-50FD-1204-F4C3-486F6B9966C7}"/>
              </a:ext>
            </a:extLst>
          </p:cNvPr>
          <p:cNvSpPr/>
          <p:nvPr/>
        </p:nvSpPr>
        <p:spPr>
          <a:xfrm>
            <a:off x="3527357" y="2517707"/>
            <a:ext cx="204953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A에 대한 설명을 작성합니다. 강조하고자하는 부분이 있으면 </a:t>
            </a:r>
            <a:r>
              <a:rPr lang="en-US" sz="110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하이라이트 </a:t>
            </a:r>
            <a:r>
              <a:rPr lang="en-US" sz="110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해보세요.</a:t>
            </a:r>
            <a:endParaRPr lang="en-US" sz="11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9086FE0-73A9-A46E-DE97-0773ACD1B144}"/>
              </a:ext>
            </a:extLst>
          </p:cNvPr>
          <p:cNvSpPr/>
          <p:nvPr/>
        </p:nvSpPr>
        <p:spPr>
          <a:xfrm>
            <a:off x="6070597" y="1881187"/>
            <a:ext cx="2616200" cy="2862263"/>
          </a:xfrm>
          <a:prstGeom prst="roundRect">
            <a:avLst>
              <a:gd name="adj" fmla="val 11184"/>
            </a:avLst>
          </a:prstGeom>
          <a:solidFill>
            <a:srgbClr val="E4E6EB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098C2F4-A5EB-36E4-6DC9-49968AC62CFD}"/>
              </a:ext>
            </a:extLst>
          </p:cNvPr>
          <p:cNvSpPr/>
          <p:nvPr/>
        </p:nvSpPr>
        <p:spPr>
          <a:xfrm>
            <a:off x="6375397" y="2109788"/>
            <a:ext cx="2006600" cy="109061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93B544C-1530-452A-7EA7-49338B69DE68}"/>
              </a:ext>
            </a:extLst>
          </p:cNvPr>
          <p:cNvSpPr/>
          <p:nvPr/>
        </p:nvSpPr>
        <p:spPr>
          <a:xfrm>
            <a:off x="6335640" y="2109788"/>
            <a:ext cx="2086115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6D727A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비교 대상 C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D954C59-E83C-B943-8C1A-655AAA4A44F9}"/>
              </a:ext>
            </a:extLst>
          </p:cNvPr>
          <p:cNvSpPr/>
          <p:nvPr/>
        </p:nvSpPr>
        <p:spPr>
          <a:xfrm>
            <a:off x="6335640" y="2517707"/>
            <a:ext cx="208611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-23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A에 대한 설명을 작성합니다. 강조하고자하는 부분이 있으면 </a:t>
            </a:r>
            <a:r>
              <a:rPr lang="en-US" sz="110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하이라이트 </a:t>
            </a:r>
            <a:r>
              <a:rPr lang="en-US" sz="1100" kern="0" spc="-23" dirty="0">
                <a:solidFill>
                  <a:srgbClr val="6D727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해보세요.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37885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9F41-E9F6-3871-7B9B-45D020813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AACA85DC-054F-DB07-48F3-6B6042925D11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3624B143-8E09-D6AA-4975-BD1FB515625A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FEC764B9-BEB7-8C15-3850-FF7CE30E1AF0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6F590C9-B156-7848-0A67-8CE9723ABD9B}"/>
              </a:ext>
            </a:extLst>
          </p:cNvPr>
          <p:cNvSpPr/>
          <p:nvPr/>
        </p:nvSpPr>
        <p:spPr>
          <a:xfrm>
            <a:off x="457200" y="1881187"/>
            <a:ext cx="8229600" cy="221932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D746F30-F79C-5AB1-80A3-82648BE82633}"/>
              </a:ext>
            </a:extLst>
          </p:cNvPr>
          <p:cNvSpPr/>
          <p:nvPr/>
        </p:nvSpPr>
        <p:spPr>
          <a:xfrm>
            <a:off x="457200" y="1881187"/>
            <a:ext cx="2616200" cy="2219325"/>
          </a:xfrm>
          <a:prstGeom prst="roundRect">
            <a:avLst>
              <a:gd name="adj" fmla="val 13185"/>
            </a:avLst>
          </a:prstGeom>
          <a:solidFill>
            <a:srgbClr val="EBED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503CF68-81F5-D69A-30EF-09082D161F6A}"/>
              </a:ext>
            </a:extLst>
          </p:cNvPr>
          <p:cNvSpPr/>
          <p:nvPr/>
        </p:nvSpPr>
        <p:spPr>
          <a:xfrm>
            <a:off x="685800" y="2071688"/>
            <a:ext cx="21590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FA8CA30-987C-1C36-B9B0-05049D8A506D}"/>
              </a:ext>
            </a:extLst>
          </p:cNvPr>
          <p:cNvSpPr/>
          <p:nvPr/>
        </p:nvSpPr>
        <p:spPr>
          <a:xfrm>
            <a:off x="685800" y="2071688"/>
            <a:ext cx="2159000" cy="26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600" b="1" kern="0" spc="-34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4E089FC-5E61-6949-DCBC-C9082810C344}"/>
              </a:ext>
            </a:extLst>
          </p:cNvPr>
          <p:cNvSpPr/>
          <p:nvPr/>
        </p:nvSpPr>
        <p:spPr>
          <a:xfrm>
            <a:off x="685800" y="2386013"/>
            <a:ext cx="2159000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세그먼트 이름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A7F163D-772E-8044-CB51-F6325512B3C4}"/>
              </a:ext>
            </a:extLst>
          </p:cNvPr>
          <p:cNvSpPr/>
          <p:nvPr/>
        </p:nvSpPr>
        <p:spPr>
          <a:xfrm>
            <a:off x="685800" y="2871788"/>
            <a:ext cx="2159000" cy="44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세그먼트에 대한 부연 설명을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작성합니다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E4EFA67F-63A8-6C58-5128-058D82175A57}"/>
              </a:ext>
            </a:extLst>
          </p:cNvPr>
          <p:cNvSpPr/>
          <p:nvPr/>
        </p:nvSpPr>
        <p:spPr>
          <a:xfrm>
            <a:off x="3263903" y="1881187"/>
            <a:ext cx="2616200" cy="2219325"/>
          </a:xfrm>
          <a:prstGeom prst="roundRect">
            <a:avLst>
              <a:gd name="adj" fmla="val 13185"/>
            </a:avLst>
          </a:prstGeom>
          <a:solidFill>
            <a:srgbClr val="EBED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A410AC7-BBEB-A4C7-711E-C7991C0B4510}"/>
              </a:ext>
            </a:extLst>
          </p:cNvPr>
          <p:cNvSpPr/>
          <p:nvPr/>
        </p:nvSpPr>
        <p:spPr>
          <a:xfrm>
            <a:off x="3492503" y="2071688"/>
            <a:ext cx="21590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C0BBFEF-F1AA-8AD2-B545-8C44D42BF25F}"/>
              </a:ext>
            </a:extLst>
          </p:cNvPr>
          <p:cNvSpPr/>
          <p:nvPr/>
        </p:nvSpPr>
        <p:spPr>
          <a:xfrm>
            <a:off x="3492503" y="2071688"/>
            <a:ext cx="2159000" cy="26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600" b="1" kern="0" spc="-34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4310625-2CFF-C207-A40E-5FBD9EC073DA}"/>
              </a:ext>
            </a:extLst>
          </p:cNvPr>
          <p:cNvSpPr/>
          <p:nvPr/>
        </p:nvSpPr>
        <p:spPr>
          <a:xfrm>
            <a:off x="3492503" y="2386013"/>
            <a:ext cx="2159000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세그먼트 이름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5E34352-CFDD-0A44-CA51-0A4E91954050}"/>
              </a:ext>
            </a:extLst>
          </p:cNvPr>
          <p:cNvSpPr/>
          <p:nvPr/>
        </p:nvSpPr>
        <p:spPr>
          <a:xfrm>
            <a:off x="3492503" y="2871788"/>
            <a:ext cx="2159000" cy="44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세그먼트에 대한 부연 설명을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작성합니다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D0C4B-1798-7119-864C-F9E3076ACE33}"/>
              </a:ext>
            </a:extLst>
          </p:cNvPr>
          <p:cNvSpPr/>
          <p:nvPr/>
        </p:nvSpPr>
        <p:spPr>
          <a:xfrm>
            <a:off x="6070597" y="1881187"/>
            <a:ext cx="2616200" cy="2219325"/>
          </a:xfrm>
          <a:prstGeom prst="roundRect">
            <a:avLst>
              <a:gd name="adj" fmla="val 13185"/>
            </a:avLst>
          </a:prstGeom>
          <a:solidFill>
            <a:srgbClr val="EBED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A2818CD-809C-041B-EB11-2DBFBE7F324C}"/>
              </a:ext>
            </a:extLst>
          </p:cNvPr>
          <p:cNvSpPr/>
          <p:nvPr/>
        </p:nvSpPr>
        <p:spPr>
          <a:xfrm>
            <a:off x="6299197" y="2071688"/>
            <a:ext cx="21590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578ECAD-FC75-965D-8837-7D17C5F80793}"/>
              </a:ext>
            </a:extLst>
          </p:cNvPr>
          <p:cNvSpPr/>
          <p:nvPr/>
        </p:nvSpPr>
        <p:spPr>
          <a:xfrm>
            <a:off x="6299197" y="2071688"/>
            <a:ext cx="2159000" cy="26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600" b="1" kern="0" spc="-34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B374944-EF24-79C7-8E87-EDC4AE9CF415}"/>
              </a:ext>
            </a:extLst>
          </p:cNvPr>
          <p:cNvSpPr/>
          <p:nvPr/>
        </p:nvSpPr>
        <p:spPr>
          <a:xfrm>
            <a:off x="6299197" y="2386013"/>
            <a:ext cx="2159000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세그먼트 이름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8110654-20BB-3B50-E0F2-7EFCB2B0E539}"/>
              </a:ext>
            </a:extLst>
          </p:cNvPr>
          <p:cNvSpPr/>
          <p:nvPr/>
        </p:nvSpPr>
        <p:spPr>
          <a:xfrm>
            <a:off x="6299197" y="2871788"/>
            <a:ext cx="2159000" cy="44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세그먼트에 대한 부연 설명을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작성합니다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D843111A-F9A2-0FDF-6D11-5EA7F2183B1C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255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C056-0BDD-21B3-850D-50097A37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D6A7F829-317B-5FB9-36A9-B298548B68CC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5508F00A-2737-7134-6467-46B8ED5A7F15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D2CB2EC4-D749-A0A4-2BD8-1E841D3A2A9A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4AD6A2D0-759B-9462-E27C-6A8AE2F1F267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AF0E59D8-4E3C-2281-18D4-11D908F71CD1}"/>
              </a:ext>
            </a:extLst>
          </p:cNvPr>
          <p:cNvSpPr/>
          <p:nvPr/>
        </p:nvSpPr>
        <p:spPr>
          <a:xfrm>
            <a:off x="457200" y="1881187"/>
            <a:ext cx="8229600" cy="221932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C2EE2B9-56BC-6482-5F46-0059D21934FC}"/>
              </a:ext>
            </a:extLst>
          </p:cNvPr>
          <p:cNvSpPr/>
          <p:nvPr/>
        </p:nvSpPr>
        <p:spPr>
          <a:xfrm>
            <a:off x="457200" y="1881187"/>
            <a:ext cx="4019550" cy="2219325"/>
          </a:xfrm>
          <a:prstGeom prst="roundRect">
            <a:avLst>
              <a:gd name="adj" fmla="val 13185"/>
            </a:avLst>
          </a:prstGeom>
          <a:solidFill>
            <a:srgbClr val="EBED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CD102F0-9F1A-597C-CC22-A38173F06ECB}"/>
              </a:ext>
            </a:extLst>
          </p:cNvPr>
          <p:cNvSpPr/>
          <p:nvPr/>
        </p:nvSpPr>
        <p:spPr>
          <a:xfrm>
            <a:off x="685800" y="2071688"/>
            <a:ext cx="356235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E8C47FE-5C40-F903-5DB3-29177C2650C3}"/>
              </a:ext>
            </a:extLst>
          </p:cNvPr>
          <p:cNvSpPr/>
          <p:nvPr/>
        </p:nvSpPr>
        <p:spPr>
          <a:xfrm>
            <a:off x="685800" y="2071688"/>
            <a:ext cx="3562350" cy="26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kern="0" spc="-34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B6F77E0-63C9-43AA-C121-1C5F4DCE582D}"/>
              </a:ext>
            </a:extLst>
          </p:cNvPr>
          <p:cNvSpPr/>
          <p:nvPr/>
        </p:nvSpPr>
        <p:spPr>
          <a:xfrm>
            <a:off x="685800" y="2386013"/>
            <a:ext cx="3562350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세그먼트 이름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2E58416-3423-78A8-15A6-4DBC58951D0A}"/>
              </a:ext>
            </a:extLst>
          </p:cNvPr>
          <p:cNvSpPr/>
          <p:nvPr/>
        </p:nvSpPr>
        <p:spPr>
          <a:xfrm>
            <a:off x="685800" y="2871788"/>
            <a:ext cx="3562350" cy="44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세그먼트에 대한 부연 설명을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작성합니다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21387A9-D2EA-51E2-42E5-1D18B4325C4E}"/>
              </a:ext>
            </a:extLst>
          </p:cNvPr>
          <p:cNvSpPr/>
          <p:nvPr/>
        </p:nvSpPr>
        <p:spPr>
          <a:xfrm>
            <a:off x="4667250" y="1881187"/>
            <a:ext cx="4019550" cy="2219325"/>
          </a:xfrm>
          <a:prstGeom prst="roundRect">
            <a:avLst>
              <a:gd name="adj" fmla="val 13185"/>
            </a:avLst>
          </a:prstGeom>
          <a:solidFill>
            <a:srgbClr val="EBED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516402EC-E847-37C1-1AB5-30955F0C5F4D}"/>
              </a:ext>
            </a:extLst>
          </p:cNvPr>
          <p:cNvSpPr/>
          <p:nvPr/>
        </p:nvSpPr>
        <p:spPr>
          <a:xfrm>
            <a:off x="4895850" y="2071688"/>
            <a:ext cx="356235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13B67CD-E84A-E1C4-8551-64CE160DC212}"/>
              </a:ext>
            </a:extLst>
          </p:cNvPr>
          <p:cNvSpPr/>
          <p:nvPr/>
        </p:nvSpPr>
        <p:spPr>
          <a:xfrm>
            <a:off x="4895850" y="2071688"/>
            <a:ext cx="3562350" cy="26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kern="0" spc="-34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4BAD1F85-3398-AF35-42D3-55935A849743}"/>
              </a:ext>
            </a:extLst>
          </p:cNvPr>
          <p:cNvSpPr/>
          <p:nvPr/>
        </p:nvSpPr>
        <p:spPr>
          <a:xfrm>
            <a:off x="4895850" y="2386013"/>
            <a:ext cx="3562350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23"/>
              </a:lnSpc>
              <a:buNone/>
            </a:pPr>
            <a:r>
              <a:rPr lang="en-US" sz="1700" b="1" i="0" kern="0" spc="-34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세그먼트 이름</a:t>
            </a:r>
            <a:endParaRPr lang="en-US" sz="17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25CF17C-FD90-E158-3105-B07A9408E9A4}"/>
              </a:ext>
            </a:extLst>
          </p:cNvPr>
          <p:cNvSpPr/>
          <p:nvPr/>
        </p:nvSpPr>
        <p:spPr>
          <a:xfrm>
            <a:off x="4895850" y="2871788"/>
            <a:ext cx="3562350" cy="44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세그먼트에 대한 부연 설명을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0" i="0" kern="0" spc="-23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작성합니다</a:t>
            </a:r>
            <a:endParaRPr lang="en-US" sz="120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6642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35A0-9950-30B8-321E-9C3E5E89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85028A-471D-0CA5-5CA8-63B2E3B2DBB2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슬라이드 번호 개체 틀 7">
            <a:extLst>
              <a:ext uri="{FF2B5EF4-FFF2-40B4-BE49-F238E27FC236}">
                <a16:creationId xmlns:a16="http://schemas.microsoft.com/office/drawing/2014/main" id="{3D71528D-3618-C77C-4B84-2C9759EB5316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B188953D-099D-BE0C-891A-E84E30A8023E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D7B44236-E550-F454-A037-9D42590C5C75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pic>
        <p:nvPicPr>
          <p:cNvPr id="8" name="그림 7" descr="검은 색 3D 웨이브 패턴">
            <a:extLst>
              <a:ext uri="{FF2B5EF4-FFF2-40B4-BE49-F238E27FC236}">
                <a16:creationId xmlns:a16="http://schemas.microsoft.com/office/drawing/2014/main" id="{56A2DED1-4E35-0EF6-9D09-F1131C1B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8205"/>
            <a:ext cx="8229600" cy="332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8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05CF-95C5-4644-704C-9694CFFA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2D0E9351-4DC0-5562-2B8E-2CC49E4D92D9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8F92BEC9-1AA1-8A39-263B-75FC2E86BBE8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81C7C392-56A7-D0F0-3DC3-E0A225ABA7DD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AB63A26E-7F91-FA46-D2CE-A4F506533528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18AA5C2-EDBF-27E3-2566-C6BD20DD21D1}"/>
              </a:ext>
            </a:extLst>
          </p:cNvPr>
          <p:cNvSpPr/>
          <p:nvPr/>
        </p:nvSpPr>
        <p:spPr>
          <a:xfrm>
            <a:off x="5124450" y="4092916"/>
            <a:ext cx="3562350" cy="52405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25" b="0" i="0" kern="0" spc="-28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부연할 내용이 있다면 여기에 작성합니다.</a:t>
            </a:r>
            <a:endParaRPr lang="en-US" sz="1425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425" b="0" i="0" kern="0" spc="-28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4줄까지 작성할 수 </a:t>
            </a:r>
            <a:r>
              <a:rPr lang="en-US" sz="1425" b="0" i="0" kern="0" spc="-28" dirty="0" err="1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있습니다</a:t>
            </a:r>
            <a:r>
              <a:rPr lang="en-US" sz="1425" b="0" i="0" kern="0" spc="-28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425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 descr="검은 색 3D 웨이브 패턴">
            <a:extLst>
              <a:ext uri="{FF2B5EF4-FFF2-40B4-BE49-F238E27FC236}">
                <a16:creationId xmlns:a16="http://schemas.microsoft.com/office/drawing/2014/main" id="{DE93904D-62FD-5DB7-30B2-CB8039E3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8205"/>
            <a:ext cx="4324662" cy="332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05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066B-46A6-1491-D340-C7C66DE4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3">
            <a:extLst>
              <a:ext uri="{FF2B5EF4-FFF2-40B4-BE49-F238E27FC236}">
                <a16:creationId xmlns:a16="http://schemas.microsoft.com/office/drawing/2014/main" id="{425FF7BD-0FDA-E852-43EA-2205B5C2DF97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021886EC-244E-1922-FEB3-E20F1875458B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4" name="Text 13">
            <a:extLst>
              <a:ext uri="{FF2B5EF4-FFF2-40B4-BE49-F238E27FC236}">
                <a16:creationId xmlns:a16="http://schemas.microsoft.com/office/drawing/2014/main" id="{7CA5DEA0-3AB7-F7B4-79B5-4753DDBD5869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06A3FD71-F9DF-7DF9-BA91-22DF4293A5F3}"/>
              </a:ext>
            </a:extLst>
          </p:cNvPr>
          <p:cNvSpPr/>
          <p:nvPr/>
        </p:nvSpPr>
        <p:spPr>
          <a:xfrm>
            <a:off x="457200" y="656805"/>
            <a:ext cx="8229600" cy="74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</a:t>
            </a:r>
            <a:r>
              <a:rPr lang="en-US" sz="2300" b="1" i="0" kern="0" spc="-46" dirty="0" err="1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제목을</a:t>
            </a: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sz="2300" b="1" i="0" kern="0" spc="-46" dirty="0" err="1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작성합니다</a:t>
            </a: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lang="en-US" sz="2300" b="1" i="0" kern="0" spc="-46" dirty="0">
              <a:solidFill>
                <a:srgbClr val="2F3238">
                  <a:alpha val="99000"/>
                </a:srgb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0" indent="0" algn="ctr">
              <a:lnSpc>
                <a:spcPts val="2964"/>
              </a:lnSpc>
              <a:buNone/>
            </a:pP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  <a:r>
              <a:rPr lang="ko-KR" alt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줄도 작성할 수 있습니다</a:t>
            </a: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02E3DBF-A40B-BD42-99C1-A7BD2B64862B}"/>
              </a:ext>
            </a:extLst>
          </p:cNvPr>
          <p:cNvSpPr/>
          <p:nvPr/>
        </p:nvSpPr>
        <p:spPr>
          <a:xfrm>
            <a:off x="2386013" y="2967038"/>
            <a:ext cx="4376738" cy="842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C90CE34-9F30-5520-65B7-64F7621D5E2D}"/>
              </a:ext>
            </a:extLst>
          </p:cNvPr>
          <p:cNvSpPr/>
          <p:nvPr/>
        </p:nvSpPr>
        <p:spPr>
          <a:xfrm>
            <a:off x="2386013" y="2967038"/>
            <a:ext cx="437673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95"/>
              </a:lnSpc>
              <a:buNone/>
            </a:pPr>
            <a:r>
              <a:rPr lang="en-US" sz="1425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“카라멜 덕분에 주말 아침이 자유로워졌어요.</a:t>
            </a:r>
            <a:endParaRPr lang="en-US" sz="1425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25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알아서 깨끗해지는 차를 보면, </a:t>
            </a:r>
            <a:r>
              <a:rPr lang="en-US" sz="1450" b="0" i="0" kern="0" spc="-28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구독</a:t>
            </a:r>
            <a:r>
              <a:rPr lang="en-US" sz="1425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정말 잘했다 싶어요.”</a:t>
            </a:r>
            <a:endParaRPr lang="en-US" sz="1425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0C7F677-43FD-9DDB-D6F7-4B99BF110454}"/>
              </a:ext>
            </a:extLst>
          </p:cNvPr>
          <p:cNvSpPr/>
          <p:nvPr/>
        </p:nvSpPr>
        <p:spPr>
          <a:xfrm>
            <a:off x="2386013" y="3595688"/>
            <a:ext cx="4376738" cy="19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96"/>
              </a:lnSpc>
              <a:buNone/>
            </a:pPr>
            <a:r>
              <a:rPr lang="en-US" sz="1150" b="0" i="0" kern="0" spc="-23" dirty="0">
                <a:solidFill>
                  <a:srgbClr val="797E85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홍길동・구독 8개월차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6D81E518-ECA8-C000-81B9-9F8F8010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99590" y="2081211"/>
            <a:ext cx="744819" cy="74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A7AC-3642-9578-2D44-0DE459ED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3">
            <a:extLst>
              <a:ext uri="{FF2B5EF4-FFF2-40B4-BE49-F238E27FC236}">
                <a16:creationId xmlns:a16="http://schemas.microsoft.com/office/drawing/2014/main" id="{2E141720-3DEB-484A-4A38-7EC7C6C0D5F3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3A1B20C1-634F-BAD6-5EF4-71C381C50FCE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4" name="Text 13">
            <a:extLst>
              <a:ext uri="{FF2B5EF4-FFF2-40B4-BE49-F238E27FC236}">
                <a16:creationId xmlns:a16="http://schemas.microsoft.com/office/drawing/2014/main" id="{09091486-3CF3-680F-8415-0BDA3D5F4466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A2AF9E4-BE2D-149D-7513-EA229177733D}"/>
              </a:ext>
            </a:extLst>
          </p:cNvPr>
          <p:cNvSpPr/>
          <p:nvPr/>
        </p:nvSpPr>
        <p:spPr>
          <a:xfrm>
            <a:off x="457200" y="2081212"/>
            <a:ext cx="8229600" cy="150495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1696FEA-CA6F-44BF-41FD-5DCDC2F77154}"/>
              </a:ext>
            </a:extLst>
          </p:cNvPr>
          <p:cNvSpPr/>
          <p:nvPr/>
        </p:nvSpPr>
        <p:spPr>
          <a:xfrm>
            <a:off x="457200" y="2081212"/>
            <a:ext cx="2743200" cy="150495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6A336F4-120D-6419-8A11-71D2ECA640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43050" y="2081212"/>
            <a:ext cx="571500" cy="571500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B50DFFBC-FD3B-34A9-89D6-F4B307754127}"/>
              </a:ext>
            </a:extLst>
          </p:cNvPr>
          <p:cNvSpPr/>
          <p:nvPr/>
        </p:nvSpPr>
        <p:spPr>
          <a:xfrm>
            <a:off x="457200" y="2805113"/>
            <a:ext cx="2743200" cy="78105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0DE847B-5CE1-D812-88FD-988C7385CDA9}"/>
              </a:ext>
            </a:extLst>
          </p:cNvPr>
          <p:cNvSpPr/>
          <p:nvPr/>
        </p:nvSpPr>
        <p:spPr>
          <a:xfrm>
            <a:off x="457200" y="2805113"/>
            <a:ext cx="2743200" cy="47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83" b="0" i="0" kern="0" spc="-26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“고객의 목소리를 여기에 입력합니다.</a:t>
            </a:r>
            <a:endParaRPr lang="en-US" sz="1283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83" b="0" i="0" kern="0" spc="-26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최재 3줄까지 작성할 수 있습니다.”</a:t>
            </a:r>
            <a:endParaRPr lang="en-US" sz="1283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BB493D-2363-246D-04A3-DC128D64DCEA}"/>
              </a:ext>
            </a:extLst>
          </p:cNvPr>
          <p:cNvSpPr/>
          <p:nvPr/>
        </p:nvSpPr>
        <p:spPr>
          <a:xfrm>
            <a:off x="457200" y="3376613"/>
            <a:ext cx="2743200" cy="20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kern="0" spc="-23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홍길동・구독 8개월차</a:t>
            </a:r>
            <a:endParaRPr lang="en-US" sz="11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069B880-A8BC-12A4-A33C-83D20388524A}"/>
              </a:ext>
            </a:extLst>
          </p:cNvPr>
          <p:cNvSpPr/>
          <p:nvPr/>
        </p:nvSpPr>
        <p:spPr>
          <a:xfrm>
            <a:off x="3200400" y="2081212"/>
            <a:ext cx="2743200" cy="150495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5AD45D77-90D8-3360-D7F7-8140E34E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86250" y="2081212"/>
            <a:ext cx="571500" cy="571500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1365B02F-F4BA-0C86-791A-7C5051498C74}"/>
              </a:ext>
            </a:extLst>
          </p:cNvPr>
          <p:cNvSpPr/>
          <p:nvPr/>
        </p:nvSpPr>
        <p:spPr>
          <a:xfrm>
            <a:off x="3200400" y="2805113"/>
            <a:ext cx="2743200" cy="78105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200847B-7E91-99FB-8D96-071460F3DA24}"/>
              </a:ext>
            </a:extLst>
          </p:cNvPr>
          <p:cNvSpPr/>
          <p:nvPr/>
        </p:nvSpPr>
        <p:spPr>
          <a:xfrm>
            <a:off x="3200400" y="2805113"/>
            <a:ext cx="2743200" cy="47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83" b="0" i="0" kern="0" spc="-26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“고객의 목소리를 여기에 입력합니다.</a:t>
            </a:r>
            <a:endParaRPr lang="en-US" sz="1283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83" b="0" i="0" kern="0" spc="-26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최재 3줄까지 작성할 수 있습니다.”</a:t>
            </a:r>
            <a:endParaRPr lang="en-US" sz="1283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51A1254-99F2-78F1-9841-480C5C64C86F}"/>
              </a:ext>
            </a:extLst>
          </p:cNvPr>
          <p:cNvSpPr/>
          <p:nvPr/>
        </p:nvSpPr>
        <p:spPr>
          <a:xfrm>
            <a:off x="3200400" y="3376613"/>
            <a:ext cx="2743200" cy="20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kern="0" spc="-23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홍길동・구독 8개월차</a:t>
            </a:r>
            <a:endParaRPr lang="en-US" sz="115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CA6418CB-29B6-E655-E148-5824B8C712B5}"/>
              </a:ext>
            </a:extLst>
          </p:cNvPr>
          <p:cNvSpPr/>
          <p:nvPr/>
        </p:nvSpPr>
        <p:spPr>
          <a:xfrm>
            <a:off x="5943600" y="2081212"/>
            <a:ext cx="2743200" cy="150495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C5A7DC08-739C-F2D0-1DFA-75F497008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29450" y="2081212"/>
            <a:ext cx="571500" cy="571500"/>
          </a:xfrm>
          <a:prstGeom prst="rect">
            <a:avLst/>
          </a:prstGeom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B2EBDD0B-0B5E-6431-59AD-9B004CF8B577}"/>
              </a:ext>
            </a:extLst>
          </p:cNvPr>
          <p:cNvSpPr/>
          <p:nvPr/>
        </p:nvSpPr>
        <p:spPr>
          <a:xfrm>
            <a:off x="5943600" y="2805113"/>
            <a:ext cx="2743200" cy="78105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5CFE0AE7-97B4-BF19-E5DD-BCA6E4429041}"/>
              </a:ext>
            </a:extLst>
          </p:cNvPr>
          <p:cNvSpPr/>
          <p:nvPr/>
        </p:nvSpPr>
        <p:spPr>
          <a:xfrm>
            <a:off x="5943600" y="2805113"/>
            <a:ext cx="2743200" cy="47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83" b="0" i="0" kern="0" spc="-26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“고객의 목소리를 여기에 입력합니다.</a:t>
            </a:r>
            <a:endParaRPr lang="en-US" sz="1283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83" b="0" i="0" kern="0" spc="-26" dirty="0">
                <a:solidFill>
                  <a:srgbClr val="2F3238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최재 3줄까지 작성할 수 있습니다.”</a:t>
            </a:r>
            <a:endParaRPr lang="en-US" sz="1283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029A698-FC28-457C-C15E-050297BBF92D}"/>
              </a:ext>
            </a:extLst>
          </p:cNvPr>
          <p:cNvSpPr/>
          <p:nvPr/>
        </p:nvSpPr>
        <p:spPr>
          <a:xfrm>
            <a:off x="5943600" y="3376613"/>
            <a:ext cx="2743200" cy="20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kern="0" spc="-23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홍길동・구독 8개월차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B030E34-2A9F-DC1E-23FD-8C120C1B6F67}"/>
              </a:ext>
            </a:extLst>
          </p:cNvPr>
          <p:cNvSpPr/>
          <p:nvPr/>
        </p:nvSpPr>
        <p:spPr>
          <a:xfrm>
            <a:off x="457200" y="656805"/>
            <a:ext cx="8229600" cy="74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</a:t>
            </a:r>
            <a:r>
              <a:rPr lang="en-US" sz="2300" b="1" i="0" kern="0" spc="-46" dirty="0" err="1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제목을</a:t>
            </a: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lang="en-US" sz="2300" b="1" i="0" kern="0" spc="-46" dirty="0" err="1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작성합니다</a:t>
            </a: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lang="en-US" sz="2300" b="1" i="0" kern="0" spc="-46" dirty="0">
              <a:solidFill>
                <a:srgbClr val="2F3238">
                  <a:alpha val="99000"/>
                </a:srgb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  <a:p>
            <a:pPr marL="0" indent="0" algn="ctr">
              <a:lnSpc>
                <a:spcPts val="2964"/>
              </a:lnSpc>
              <a:buNone/>
            </a:pP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  <a:r>
              <a:rPr lang="ko-KR" alt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줄도 작성할 수 있습니다</a:t>
            </a:r>
            <a:r>
              <a:rPr lang="en-US" altLang="ko-KR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2005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1C50E-03EA-6CDC-F108-83D4DE0A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C75DC1-F79A-C31C-56CD-6ADB07458539}"/>
              </a:ext>
            </a:extLst>
          </p:cNvPr>
          <p:cNvSpPr/>
          <p:nvPr/>
        </p:nvSpPr>
        <p:spPr>
          <a:xfrm>
            <a:off x="457200" y="2176463"/>
            <a:ext cx="8239125" cy="1638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DAC67C53-3CC3-2917-3BC4-5D27E3E05344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48FF8520-2A2E-243B-5D5A-3E60EC46B430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6FE3FB50-3FE9-D36D-6024-FE0E15B4E35C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ko-KR" alt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타임라인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750F933E-54F5-6792-7854-C6A9E2CB4198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F9F5296-A166-48DE-5686-A8A360BFFBB9}"/>
              </a:ext>
            </a:extLst>
          </p:cNvPr>
          <p:cNvSpPr/>
          <p:nvPr/>
        </p:nvSpPr>
        <p:spPr>
          <a:xfrm>
            <a:off x="457200" y="2176463"/>
            <a:ext cx="8229600" cy="14001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698B1AB-98BA-1604-FA86-6E278679E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2176463"/>
            <a:ext cx="8229600" cy="41910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1AB17A16-F1B8-AEB5-264B-0DA972E08D48}"/>
              </a:ext>
            </a:extLst>
          </p:cNvPr>
          <p:cNvSpPr/>
          <p:nvPr/>
        </p:nvSpPr>
        <p:spPr>
          <a:xfrm>
            <a:off x="457200" y="2576513"/>
            <a:ext cx="8229600" cy="100012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FEBFA72-6A14-D49B-B488-996FCFE88B61}"/>
              </a:ext>
            </a:extLst>
          </p:cNvPr>
          <p:cNvSpPr/>
          <p:nvPr/>
        </p:nvSpPr>
        <p:spPr>
          <a:xfrm>
            <a:off x="457200" y="2576513"/>
            <a:ext cx="1914525" cy="100012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57411CC-981D-9E67-4B26-6F5C509E3D44}"/>
              </a:ext>
            </a:extLst>
          </p:cNvPr>
          <p:cNvSpPr/>
          <p:nvPr/>
        </p:nvSpPr>
        <p:spPr>
          <a:xfrm>
            <a:off x="457200" y="2576513"/>
            <a:ext cx="57150" cy="1905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589247F-B0C2-EE65-F5FF-C79483F05C73}"/>
              </a:ext>
            </a:extLst>
          </p:cNvPr>
          <p:cNvSpPr/>
          <p:nvPr/>
        </p:nvSpPr>
        <p:spPr>
          <a:xfrm>
            <a:off x="457200" y="2786063"/>
            <a:ext cx="1914525" cy="790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BCD2242-CD73-A2B0-19AC-98AE2CE36A33}"/>
              </a:ext>
            </a:extLst>
          </p:cNvPr>
          <p:cNvSpPr/>
          <p:nvPr/>
        </p:nvSpPr>
        <p:spPr>
          <a:xfrm>
            <a:off x="457200" y="2786063"/>
            <a:ext cx="1914525" cy="23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50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C71CF18-A060-8020-CF56-C5FF8A2DA5E9}"/>
              </a:ext>
            </a:extLst>
          </p:cNvPr>
          <p:cNvSpPr/>
          <p:nvPr/>
        </p:nvSpPr>
        <p:spPr>
          <a:xfrm>
            <a:off x="457200" y="3148013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96"/>
              </a:lnSpc>
              <a:buNone/>
            </a:pPr>
            <a:r>
              <a:rPr lang="en-US" sz="114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여기에 설명을 작성합니다.</a:t>
            </a:r>
            <a:endParaRPr lang="en-US" sz="1140" dirty="0"/>
          </a:p>
          <a:p>
            <a:pPr marL="0" indent="0" algn="l">
              <a:lnSpc>
                <a:spcPts val="1596"/>
              </a:lnSpc>
              <a:buNone/>
            </a:pPr>
            <a:r>
              <a:rPr lang="en-US" sz="1140" kern="0" spc="-23" dirty="0">
                <a:solidFill>
                  <a:srgbClr val="5B5F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2출까지 작성 가능</a:t>
            </a:r>
            <a:endParaRPr lang="en-US" sz="114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33B8029-5217-C5B0-352F-29B6E7D2EFB5}"/>
              </a:ext>
            </a:extLst>
          </p:cNvPr>
          <p:cNvSpPr/>
          <p:nvPr/>
        </p:nvSpPr>
        <p:spPr>
          <a:xfrm>
            <a:off x="2562225" y="2576513"/>
            <a:ext cx="1914525" cy="100012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A661158-9B0D-4D05-8741-988D597F07A4}"/>
              </a:ext>
            </a:extLst>
          </p:cNvPr>
          <p:cNvSpPr/>
          <p:nvPr/>
        </p:nvSpPr>
        <p:spPr>
          <a:xfrm>
            <a:off x="2562225" y="2576513"/>
            <a:ext cx="57150" cy="1905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633126D0-9D10-4874-F41E-0FB97584D12E}"/>
              </a:ext>
            </a:extLst>
          </p:cNvPr>
          <p:cNvSpPr/>
          <p:nvPr/>
        </p:nvSpPr>
        <p:spPr>
          <a:xfrm>
            <a:off x="2562225" y="2786063"/>
            <a:ext cx="1914525" cy="790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962A7669-C5F6-2B1B-D282-30142EB332C1}"/>
              </a:ext>
            </a:extLst>
          </p:cNvPr>
          <p:cNvSpPr/>
          <p:nvPr/>
        </p:nvSpPr>
        <p:spPr>
          <a:xfrm>
            <a:off x="2562225" y="2786063"/>
            <a:ext cx="1914525" cy="23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50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5F792DC-51C6-46E0-6C57-D82022756ED3}"/>
              </a:ext>
            </a:extLst>
          </p:cNvPr>
          <p:cNvSpPr/>
          <p:nvPr/>
        </p:nvSpPr>
        <p:spPr>
          <a:xfrm>
            <a:off x="2562225" y="3148013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여기에 설명을 작성합니다.</a:t>
            </a:r>
            <a:endParaRPr lang="en-US" sz="115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 2출까지 작성 가능</a:t>
            </a:r>
            <a:endParaRPr lang="en-US" sz="115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C2D6C4C-74D7-CEB9-5AAC-688935A3A61D}"/>
              </a:ext>
            </a:extLst>
          </p:cNvPr>
          <p:cNvSpPr/>
          <p:nvPr/>
        </p:nvSpPr>
        <p:spPr>
          <a:xfrm>
            <a:off x="4667250" y="2576513"/>
            <a:ext cx="1914525" cy="100012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6B9BEEE7-A48E-987C-DA25-4BB8914ABD77}"/>
              </a:ext>
            </a:extLst>
          </p:cNvPr>
          <p:cNvSpPr/>
          <p:nvPr/>
        </p:nvSpPr>
        <p:spPr>
          <a:xfrm>
            <a:off x="4667250" y="2576513"/>
            <a:ext cx="57150" cy="1905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005AC073-4019-9647-D7B1-1906F0AF2B2D}"/>
              </a:ext>
            </a:extLst>
          </p:cNvPr>
          <p:cNvSpPr/>
          <p:nvPr/>
        </p:nvSpPr>
        <p:spPr>
          <a:xfrm>
            <a:off x="4667250" y="2786063"/>
            <a:ext cx="1914525" cy="790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6B2702E8-3E76-5CA0-28F0-553507691894}"/>
              </a:ext>
            </a:extLst>
          </p:cNvPr>
          <p:cNvSpPr/>
          <p:nvPr/>
        </p:nvSpPr>
        <p:spPr>
          <a:xfrm>
            <a:off x="4667250" y="2786063"/>
            <a:ext cx="1914525" cy="23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50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5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B65E31B8-7198-90BF-490A-7026111E6CDF}"/>
              </a:ext>
            </a:extLst>
          </p:cNvPr>
          <p:cNvSpPr/>
          <p:nvPr/>
        </p:nvSpPr>
        <p:spPr>
          <a:xfrm>
            <a:off x="4667250" y="3148013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여기에 설명을 작성합니다.</a:t>
            </a:r>
            <a:endParaRPr lang="en-US" sz="115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 2출까지 작성 가능</a:t>
            </a:r>
            <a:endParaRPr lang="en-US" sz="115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EDE8B6D4-D96E-93F9-4C8E-7999BEEB75E2}"/>
              </a:ext>
            </a:extLst>
          </p:cNvPr>
          <p:cNvSpPr/>
          <p:nvPr/>
        </p:nvSpPr>
        <p:spPr>
          <a:xfrm>
            <a:off x="6772275" y="2576513"/>
            <a:ext cx="1914525" cy="100012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427FE55-6B11-51AE-1AAD-33E57C4CA068}"/>
              </a:ext>
            </a:extLst>
          </p:cNvPr>
          <p:cNvSpPr/>
          <p:nvPr/>
        </p:nvSpPr>
        <p:spPr>
          <a:xfrm>
            <a:off x="6772275" y="2576513"/>
            <a:ext cx="57150" cy="19050"/>
          </a:xfrm>
          <a:prstGeom prst="rect">
            <a:avLst/>
          </a:prstGeom>
          <a:solidFill>
            <a:srgbClr val="FE5B1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3ECA0476-BB0F-2DE5-408D-8ADFCD222F35}"/>
              </a:ext>
            </a:extLst>
          </p:cNvPr>
          <p:cNvSpPr/>
          <p:nvPr/>
        </p:nvSpPr>
        <p:spPr>
          <a:xfrm>
            <a:off x="6772275" y="2786063"/>
            <a:ext cx="1914525" cy="790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74FABA4F-C992-E916-8626-065201E19C41}"/>
              </a:ext>
            </a:extLst>
          </p:cNvPr>
          <p:cNvSpPr/>
          <p:nvPr/>
        </p:nvSpPr>
        <p:spPr>
          <a:xfrm>
            <a:off x="6772275" y="2786063"/>
            <a:ext cx="1914525" cy="23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50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5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2B498C62-2DF7-67B3-9A5D-113EF504883C}"/>
              </a:ext>
            </a:extLst>
          </p:cNvPr>
          <p:cNvSpPr/>
          <p:nvPr/>
        </p:nvSpPr>
        <p:spPr>
          <a:xfrm>
            <a:off x="6772275" y="3148013"/>
            <a:ext cx="1914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여기에 설명을 작성합니다.</a:t>
            </a:r>
            <a:endParaRPr lang="en-US" sz="115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 2출까지 작성 가능</a:t>
            </a:r>
            <a:endParaRPr lang="en-US" sz="1150" b="0" i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1846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8DB1-1BF4-3BA1-EC2D-C5D8C4AB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바닥글 개체 틀 3">
            <a:extLst>
              <a:ext uri="{FF2B5EF4-FFF2-40B4-BE49-F238E27FC236}">
                <a16:creationId xmlns:a16="http://schemas.microsoft.com/office/drawing/2014/main" id="{6459036F-5FDF-AE9C-43E1-CE76225AD38A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슬라이드 번호 개체 틀 7">
            <a:extLst>
              <a:ext uri="{FF2B5EF4-FFF2-40B4-BE49-F238E27FC236}">
                <a16:creationId xmlns:a16="http://schemas.microsoft.com/office/drawing/2014/main" id="{A604DE47-B359-582A-85CF-C9528AD31AFC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B483C42C-3D78-F8FB-EACF-B22F3514CC99}"/>
              </a:ext>
            </a:extLst>
          </p:cNvPr>
          <p:cNvSpPr/>
          <p:nvPr/>
        </p:nvSpPr>
        <p:spPr>
          <a:xfrm>
            <a:off x="457200" y="656805"/>
            <a:ext cx="4900613" cy="360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964"/>
              </a:lnSpc>
              <a:buNone/>
            </a:pPr>
            <a:r>
              <a:rPr lang="en-US" sz="2300" b="1" i="0" kern="0" spc="-46" dirty="0">
                <a:solidFill>
                  <a:srgbClr val="2F3238">
                    <a:alpha val="99000"/>
                  </a:srgb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여기에 페이지 제목을 작성합니다</a:t>
            </a:r>
            <a:endParaRPr lang="en-US" sz="2300" b="1" i="0" dirty="0"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126F77A3-3992-47FC-A0F5-5255DEB76303}"/>
              </a:ext>
            </a:extLst>
          </p:cNvPr>
          <p:cNvSpPr/>
          <p:nvPr/>
        </p:nvSpPr>
        <p:spPr>
          <a:xfrm>
            <a:off x="457200" y="4743450"/>
            <a:ext cx="2843213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00" kern="0" spc="-17" dirty="0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소스가 있다면 여기에 적습니다</a:t>
            </a:r>
            <a:endParaRPr lang="en-US" sz="900" dirty="0"/>
          </a:p>
        </p:txBody>
      </p:sp>
      <p:sp>
        <p:nvSpPr>
          <p:cNvPr id="60" name="Shape 0">
            <a:extLst>
              <a:ext uri="{FF2B5EF4-FFF2-40B4-BE49-F238E27FC236}">
                <a16:creationId xmlns:a16="http://schemas.microsoft.com/office/drawing/2014/main" id="{B22EB4B1-EFBC-CC83-6D5C-91AD6D6ADD67}"/>
              </a:ext>
            </a:extLst>
          </p:cNvPr>
          <p:cNvSpPr/>
          <p:nvPr/>
        </p:nvSpPr>
        <p:spPr>
          <a:xfrm>
            <a:off x="457200" y="1285875"/>
            <a:ext cx="8229600" cy="27336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B3099B96-0665-F35C-8D90-ED3DAA8D84E3}"/>
              </a:ext>
            </a:extLst>
          </p:cNvPr>
          <p:cNvSpPr/>
          <p:nvPr/>
        </p:nvSpPr>
        <p:spPr>
          <a:xfrm>
            <a:off x="457200" y="1285875"/>
            <a:ext cx="1914525" cy="27336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8F896DDA-3C22-764C-ACC0-DC46C22E84E3}"/>
              </a:ext>
            </a:extLst>
          </p:cNvPr>
          <p:cNvSpPr/>
          <p:nvPr/>
        </p:nvSpPr>
        <p:spPr>
          <a:xfrm>
            <a:off x="457200" y="3000375"/>
            <a:ext cx="1914525" cy="495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8CC0DFF0-1F8D-5A31-281E-B629D0E38EC7}"/>
              </a:ext>
            </a:extLst>
          </p:cNvPr>
          <p:cNvSpPr/>
          <p:nvPr/>
        </p:nvSpPr>
        <p:spPr>
          <a:xfrm>
            <a:off x="457200" y="3000375"/>
            <a:ext cx="1914525" cy="19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14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Q1</a:t>
            </a:r>
            <a:endParaRPr lang="en-US" sz="1140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65E4E75D-AABF-D897-15BE-2C3BE22D7764}"/>
              </a:ext>
            </a:extLst>
          </p:cNvPr>
          <p:cNvSpPr/>
          <p:nvPr/>
        </p:nvSpPr>
        <p:spPr>
          <a:xfrm>
            <a:off x="457200" y="3228975"/>
            <a:ext cx="1914525" cy="23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25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F23C42ED-9324-4791-F8D3-D05DDBB1F988}"/>
              </a:ext>
            </a:extLst>
          </p:cNvPr>
          <p:cNvSpPr/>
          <p:nvPr/>
        </p:nvSpPr>
        <p:spPr>
          <a:xfrm>
            <a:off x="457200" y="3590925"/>
            <a:ext cx="1914525" cy="42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설명을 작성합니다.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2출까지 작성 가능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6B622A65-216E-64B6-CABB-8BF00438DB06}"/>
              </a:ext>
            </a:extLst>
          </p:cNvPr>
          <p:cNvSpPr/>
          <p:nvPr/>
        </p:nvSpPr>
        <p:spPr>
          <a:xfrm>
            <a:off x="2562225" y="1285875"/>
            <a:ext cx="1914525" cy="27336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7">
            <a:extLst>
              <a:ext uri="{FF2B5EF4-FFF2-40B4-BE49-F238E27FC236}">
                <a16:creationId xmlns:a16="http://schemas.microsoft.com/office/drawing/2014/main" id="{77090382-1A46-7CB6-B5BE-361A51DFF5FD}"/>
              </a:ext>
            </a:extLst>
          </p:cNvPr>
          <p:cNvSpPr/>
          <p:nvPr/>
        </p:nvSpPr>
        <p:spPr>
          <a:xfrm>
            <a:off x="2562225" y="1285875"/>
            <a:ext cx="1914525" cy="495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75C1E701-321E-7ED4-65C2-1FCF74365EA2}"/>
              </a:ext>
            </a:extLst>
          </p:cNvPr>
          <p:cNvSpPr/>
          <p:nvPr/>
        </p:nvSpPr>
        <p:spPr>
          <a:xfrm>
            <a:off x="2562225" y="1285875"/>
            <a:ext cx="1914525" cy="19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14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Q1</a:t>
            </a:r>
            <a:endParaRPr lang="en-US" sz="1140" dirty="0"/>
          </a:p>
        </p:txBody>
      </p:sp>
      <p:sp>
        <p:nvSpPr>
          <p:cNvPr id="69" name="Text 9">
            <a:extLst>
              <a:ext uri="{FF2B5EF4-FFF2-40B4-BE49-F238E27FC236}">
                <a16:creationId xmlns:a16="http://schemas.microsoft.com/office/drawing/2014/main" id="{07633291-F2AB-B050-51AF-2B8528436D19}"/>
              </a:ext>
            </a:extLst>
          </p:cNvPr>
          <p:cNvSpPr/>
          <p:nvPr/>
        </p:nvSpPr>
        <p:spPr>
          <a:xfrm>
            <a:off x="2562225" y="1514475"/>
            <a:ext cx="1914525" cy="23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25" dirty="0"/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C02835F8-9CD9-80FE-3D52-CA3C3FD28C20}"/>
              </a:ext>
            </a:extLst>
          </p:cNvPr>
          <p:cNvSpPr/>
          <p:nvPr/>
        </p:nvSpPr>
        <p:spPr>
          <a:xfrm>
            <a:off x="2562225" y="1876425"/>
            <a:ext cx="1914525" cy="42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설명을 작성합니다.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2출까지 작성 가능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Shape 11">
            <a:extLst>
              <a:ext uri="{FF2B5EF4-FFF2-40B4-BE49-F238E27FC236}">
                <a16:creationId xmlns:a16="http://schemas.microsoft.com/office/drawing/2014/main" id="{C065ECA6-D6C4-DC55-A7D8-5BC2D48765C9}"/>
              </a:ext>
            </a:extLst>
          </p:cNvPr>
          <p:cNvSpPr/>
          <p:nvPr/>
        </p:nvSpPr>
        <p:spPr>
          <a:xfrm>
            <a:off x="4667250" y="1285875"/>
            <a:ext cx="1914525" cy="27336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12">
            <a:extLst>
              <a:ext uri="{FF2B5EF4-FFF2-40B4-BE49-F238E27FC236}">
                <a16:creationId xmlns:a16="http://schemas.microsoft.com/office/drawing/2014/main" id="{CD6B5DF9-3379-0F31-3E41-F0EB0E5ABEEB}"/>
              </a:ext>
            </a:extLst>
          </p:cNvPr>
          <p:cNvSpPr/>
          <p:nvPr/>
        </p:nvSpPr>
        <p:spPr>
          <a:xfrm>
            <a:off x="4667250" y="3000375"/>
            <a:ext cx="1914525" cy="495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3FEFF4DB-9FAA-98E5-85DE-3AC2F5D6B751}"/>
              </a:ext>
            </a:extLst>
          </p:cNvPr>
          <p:cNvSpPr/>
          <p:nvPr/>
        </p:nvSpPr>
        <p:spPr>
          <a:xfrm>
            <a:off x="4667250" y="3000375"/>
            <a:ext cx="1914525" cy="19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14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Q1</a:t>
            </a:r>
            <a:endParaRPr lang="en-US" sz="1140" dirty="0"/>
          </a:p>
        </p:txBody>
      </p:sp>
      <p:sp>
        <p:nvSpPr>
          <p:cNvPr id="74" name="Text 14">
            <a:extLst>
              <a:ext uri="{FF2B5EF4-FFF2-40B4-BE49-F238E27FC236}">
                <a16:creationId xmlns:a16="http://schemas.microsoft.com/office/drawing/2014/main" id="{4D54FAD5-0A48-C5CB-1B50-38B618B5E243}"/>
              </a:ext>
            </a:extLst>
          </p:cNvPr>
          <p:cNvSpPr/>
          <p:nvPr/>
        </p:nvSpPr>
        <p:spPr>
          <a:xfrm>
            <a:off x="4667250" y="32289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25" dirty="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C2752291-D38F-F4C4-5D5D-6D48298CE624}"/>
              </a:ext>
            </a:extLst>
          </p:cNvPr>
          <p:cNvSpPr/>
          <p:nvPr/>
        </p:nvSpPr>
        <p:spPr>
          <a:xfrm>
            <a:off x="4667250" y="3590925"/>
            <a:ext cx="1914525" cy="42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설명을 작성합니다.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2출까지 작성 가능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Shape 16">
            <a:extLst>
              <a:ext uri="{FF2B5EF4-FFF2-40B4-BE49-F238E27FC236}">
                <a16:creationId xmlns:a16="http://schemas.microsoft.com/office/drawing/2014/main" id="{436976EE-FD29-C97A-DFB2-D66192CBAA30}"/>
              </a:ext>
            </a:extLst>
          </p:cNvPr>
          <p:cNvSpPr/>
          <p:nvPr/>
        </p:nvSpPr>
        <p:spPr>
          <a:xfrm>
            <a:off x="6772275" y="1285875"/>
            <a:ext cx="1914525" cy="2733675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17">
            <a:extLst>
              <a:ext uri="{FF2B5EF4-FFF2-40B4-BE49-F238E27FC236}">
                <a16:creationId xmlns:a16="http://schemas.microsoft.com/office/drawing/2014/main" id="{BA8142E3-87F2-9810-3E6C-3E929A2791B3}"/>
              </a:ext>
            </a:extLst>
          </p:cNvPr>
          <p:cNvSpPr/>
          <p:nvPr/>
        </p:nvSpPr>
        <p:spPr>
          <a:xfrm>
            <a:off x="6772275" y="1285875"/>
            <a:ext cx="1914525" cy="4953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18">
            <a:extLst>
              <a:ext uri="{FF2B5EF4-FFF2-40B4-BE49-F238E27FC236}">
                <a16:creationId xmlns:a16="http://schemas.microsoft.com/office/drawing/2014/main" id="{9381FD30-B6CF-7135-2419-23B9AE2D8DFC}"/>
              </a:ext>
            </a:extLst>
          </p:cNvPr>
          <p:cNvSpPr/>
          <p:nvPr/>
        </p:nvSpPr>
        <p:spPr>
          <a:xfrm>
            <a:off x="6772275" y="1285875"/>
            <a:ext cx="1914525" cy="19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140" b="1" kern="0" spc="-23" dirty="0">
                <a:solidFill>
                  <a:srgbClr val="FE5B1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Q1</a:t>
            </a:r>
            <a:endParaRPr lang="en-US" sz="114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6AED097C-7674-5653-B91C-57F4CBB38A65}"/>
              </a:ext>
            </a:extLst>
          </p:cNvPr>
          <p:cNvSpPr/>
          <p:nvPr/>
        </p:nvSpPr>
        <p:spPr>
          <a:xfrm>
            <a:off x="6772275" y="1514475"/>
            <a:ext cx="1914525" cy="23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b="1" kern="0" spc="-28" dirty="0">
                <a:solidFill>
                  <a:srgbClr val="2F323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1425" dirty="0"/>
          </a:p>
        </p:txBody>
      </p:sp>
      <p:sp>
        <p:nvSpPr>
          <p:cNvPr id="80" name="Text 20">
            <a:extLst>
              <a:ext uri="{FF2B5EF4-FFF2-40B4-BE49-F238E27FC236}">
                <a16:creationId xmlns:a16="http://schemas.microsoft.com/office/drawing/2014/main" id="{B4431D3B-4A61-0D4F-100C-0BB7B12C8F5A}"/>
              </a:ext>
            </a:extLst>
          </p:cNvPr>
          <p:cNvSpPr/>
          <p:nvPr/>
        </p:nvSpPr>
        <p:spPr>
          <a:xfrm>
            <a:off x="6772275" y="1876425"/>
            <a:ext cx="1914525" cy="421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여기에 설명을 작성합니다.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b="0" i="0" kern="0" spc="-23" dirty="0">
                <a:solidFill>
                  <a:srgbClr val="5B5F66">
                    <a:alpha val="99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2출까지 작성 가능</a:t>
            </a:r>
            <a:endParaRPr lang="en-US" sz="1150" b="0" i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9100262B-7509-4A36-28DD-7010D933950F}"/>
              </a:ext>
            </a:extLst>
          </p:cNvPr>
          <p:cNvSpPr/>
          <p:nvPr/>
        </p:nvSpPr>
        <p:spPr>
          <a:xfrm>
            <a:off x="457200" y="2652713"/>
            <a:ext cx="8229600" cy="19050"/>
          </a:xfrm>
          <a:prstGeom prst="rect">
            <a:avLst/>
          </a:prstGeom>
          <a:solidFill>
            <a:srgbClr val="2F3238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340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5BC0F-3861-497E-82D9-A091513FA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57D5B2B2-E34A-1CD4-5246-B3A74498562B}"/>
              </a:ext>
            </a:extLst>
          </p:cNvPr>
          <p:cNvSpPr txBox="1">
            <a:spLocks/>
          </p:cNvSpPr>
          <p:nvPr/>
        </p:nvSpPr>
        <p:spPr>
          <a:xfrm>
            <a:off x="457200" y="240143"/>
            <a:ext cx="30861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</a:t>
            </a:r>
            <a:endParaRPr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71776ED4-080C-44E7-8253-943449FD09F9}"/>
              </a:ext>
            </a:extLst>
          </p:cNvPr>
          <p:cNvSpPr txBox="1">
            <a:spLocks/>
          </p:cNvSpPr>
          <p:nvPr/>
        </p:nvSpPr>
        <p:spPr>
          <a:xfrm>
            <a:off x="6629400" y="240143"/>
            <a:ext cx="2057400" cy="14536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97"/>
              </a:lnSpc>
              <a:defRPr/>
            </a:pPr>
            <a:r>
              <a:rPr lang="en-US" altLang="ko-KR" sz="900" kern="0" spc="-17">
                <a:solidFill>
                  <a:srgbClr val="797E8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altLang="ko-KR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356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656A436A-6350-D340-E4E5-EABB3CA43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29563" y="4552950"/>
            <a:ext cx="757238" cy="1524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545F839E-5DBF-73A8-D540-8048EEB5A39D}"/>
              </a:ext>
            </a:extLst>
          </p:cNvPr>
          <p:cNvSpPr/>
          <p:nvPr/>
        </p:nvSpPr>
        <p:spPr>
          <a:xfrm>
            <a:off x="1862138" y="2152650"/>
            <a:ext cx="5419725" cy="842963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479FDEE-BD22-C99B-5BDA-E4DD86C91184}"/>
              </a:ext>
            </a:extLst>
          </p:cNvPr>
          <p:cNvSpPr/>
          <p:nvPr/>
        </p:nvSpPr>
        <p:spPr>
          <a:xfrm>
            <a:off x="1862138" y="2152650"/>
            <a:ext cx="5419725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90"/>
              </a:lnSpc>
              <a:buNone/>
            </a:pPr>
            <a:r>
              <a:rPr lang="en-US" sz="2992" b="1" kern="0" spc="-6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992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B4A40A2-1751-67F8-1284-46A1660B8D82}"/>
              </a:ext>
            </a:extLst>
          </p:cNvPr>
          <p:cNvSpPr/>
          <p:nvPr/>
        </p:nvSpPr>
        <p:spPr>
          <a:xfrm>
            <a:off x="1862138" y="2728913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25" kern="0" spc="-28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 또는 다음 단계를 여기에 작성합니다</a:t>
            </a:r>
            <a:endParaRPr lang="en-US" sz="1425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B8FEF12-B444-4B77-303D-1D106E6E6BF9}"/>
              </a:ext>
            </a:extLst>
          </p:cNvPr>
          <p:cNvSpPr/>
          <p:nvPr/>
        </p:nvSpPr>
        <p:spPr>
          <a:xfrm>
            <a:off x="457200" y="4586288"/>
            <a:ext cx="4019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855" kern="0" spc="-17" dirty="0">
                <a:solidFill>
                  <a:srgbClr val="A6ABB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저작권은 주식회사 더트라이브에 있으며 무단 복제 및 배포를 금지합니다.</a:t>
            </a:r>
            <a:endParaRPr lang="en-US" sz="855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70AD963-B606-7431-B9E9-234A3F8B60D6}"/>
              </a:ext>
            </a:extLst>
          </p:cNvPr>
          <p:cNvSpPr/>
          <p:nvPr/>
        </p:nvSpPr>
        <p:spPr>
          <a:xfrm>
            <a:off x="5200650" y="4581525"/>
            <a:ext cx="26146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97"/>
              </a:lnSpc>
              <a:buNone/>
            </a:pPr>
            <a:r>
              <a:rPr lang="en-US" sz="855" kern="0" spc="-17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help@thetrive.com  |  주식회사 더트라이브</a:t>
            </a:r>
            <a:endParaRPr lang="en-US" sz="855" dirty="0"/>
          </a:p>
        </p:txBody>
      </p:sp>
    </p:spTree>
    <p:extLst>
      <p:ext uri="{BB962C8B-B14F-4D97-AF65-F5344CB8AC3E}">
        <p14:creationId xmlns:p14="http://schemas.microsoft.com/office/powerpoint/2010/main" val="145898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681</Words>
  <Application>Microsoft Macintosh PowerPoint</Application>
  <PresentationFormat>화면 슬라이드 쇼(16:9)</PresentationFormat>
  <Paragraphs>183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맑은 고딕</vt:lpstr>
      <vt:lpstr>Pretendard Light</vt:lpstr>
      <vt:lpstr>Pretendard SemiBold</vt:lpstr>
      <vt:lpstr>Aptos</vt:lpstr>
      <vt:lpstr>Aptos Display</vt:lpstr>
      <vt:lpstr>Arial</vt:lpstr>
      <vt:lpstr>Calibri</vt:lpstr>
      <vt:lpstr>Pretendard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지원 성</dc:creator>
  <cp:lastModifiedBy>지원 성</cp:lastModifiedBy>
  <cp:revision>2</cp:revision>
  <dcterms:created xsi:type="dcterms:W3CDTF">2026-04-16T10:23:57Z</dcterms:created>
  <dcterms:modified xsi:type="dcterms:W3CDTF">2026-04-16T10:44:55Z</dcterms:modified>
</cp:coreProperties>
</file>